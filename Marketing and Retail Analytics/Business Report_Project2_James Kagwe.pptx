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65" r:id="rId4"/>
    <p:sldId id="264" r:id="rId5"/>
    <p:sldId id="284" r:id="rId6"/>
    <p:sldId id="283" r:id="rId7"/>
    <p:sldId id="282" r:id="rId8"/>
    <p:sldId id="285" r:id="rId9"/>
    <p:sldId id="287" r:id="rId10"/>
    <p:sldId id="286" r:id="rId11"/>
    <p:sldId id="290" r:id="rId12"/>
    <p:sldId id="289" r:id="rId13"/>
    <p:sldId id="291" r:id="rId14"/>
    <p:sldId id="293" r:id="rId15"/>
    <p:sldId id="288" r:id="rId16"/>
    <p:sldId id="294" r:id="rId17"/>
    <p:sldId id="297" r:id="rId18"/>
    <p:sldId id="258" r:id="rId19"/>
    <p:sldId id="296" r:id="rId20"/>
    <p:sldId id="298" r:id="rId21"/>
    <p:sldId id="295" r:id="rId22"/>
    <p:sldId id="299" r:id="rId23"/>
    <p:sldId id="300" r:id="rId24"/>
    <p:sldId id="292" r:id="rId25"/>
    <p:sldId id="301" r:id="rId26"/>
    <p:sldId id="303" r:id="rId27"/>
    <p:sldId id="302" r:id="rId28"/>
    <p:sldId id="279"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3513C0-9CFD-4025-B262-B01335400091}" v="68" dt="2025-11-13T12:53:04.2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6" autoAdjust="0"/>
    <p:restoredTop sz="70339" autoAdjust="0"/>
  </p:normalViewPr>
  <p:slideViewPr>
    <p:cSldViewPr snapToGrid="0">
      <p:cViewPr>
        <p:scale>
          <a:sx n="62" d="100"/>
          <a:sy n="62" d="100"/>
        </p:scale>
        <p:origin x="1191"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mes Kagwe" userId="32aa7944-5975-403f-9cdb-57b36767b7d2" providerId="ADAL" clId="{90DAA996-3F3F-43AA-B146-546ACBCCAE3C}"/>
    <pc:docChg chg="undo custSel addSld delSld modSld sldOrd">
      <pc:chgData name="James Kagwe" userId="32aa7944-5975-403f-9cdb-57b36767b7d2" providerId="ADAL" clId="{90DAA996-3F3F-43AA-B146-546ACBCCAE3C}" dt="2025-11-13T14:10:51.405" v="2084" actId="115"/>
      <pc:docMkLst>
        <pc:docMk/>
      </pc:docMkLst>
      <pc:sldChg chg="addSp delSp modSp mod">
        <pc:chgData name="James Kagwe" userId="32aa7944-5975-403f-9cdb-57b36767b7d2" providerId="ADAL" clId="{90DAA996-3F3F-43AA-B146-546ACBCCAE3C}" dt="2025-11-13T09:37:50.631" v="44" actId="1076"/>
        <pc:sldMkLst>
          <pc:docMk/>
          <pc:sldMk cId="1993114442" sldId="256"/>
        </pc:sldMkLst>
        <pc:spChg chg="mod">
          <ac:chgData name="James Kagwe" userId="32aa7944-5975-403f-9cdb-57b36767b7d2" providerId="ADAL" clId="{90DAA996-3F3F-43AA-B146-546ACBCCAE3C}" dt="2025-11-13T09:37:50.631" v="44" actId="1076"/>
          <ac:spMkLst>
            <pc:docMk/>
            <pc:sldMk cId="1993114442" sldId="256"/>
            <ac:spMk id="6" creationId="{4C5EC64A-E268-AA81-6334-CD7AE4EC911A}"/>
          </ac:spMkLst>
        </pc:spChg>
        <pc:picChg chg="add mod">
          <ac:chgData name="James Kagwe" userId="32aa7944-5975-403f-9cdb-57b36767b7d2" providerId="ADAL" clId="{90DAA996-3F3F-43AA-B146-546ACBCCAE3C}" dt="2025-11-13T09:37:38.053" v="43" actId="14100"/>
          <ac:picMkLst>
            <pc:docMk/>
            <pc:sldMk cId="1993114442" sldId="256"/>
            <ac:picMk id="3" creationId="{4859864C-F5B4-5113-A236-655483A1FF90}"/>
          </ac:picMkLst>
        </pc:picChg>
        <pc:picChg chg="del">
          <ac:chgData name="James Kagwe" userId="32aa7944-5975-403f-9cdb-57b36767b7d2" providerId="ADAL" clId="{90DAA996-3F3F-43AA-B146-546ACBCCAE3C}" dt="2025-11-13T09:37:23.812" v="39" actId="478"/>
          <ac:picMkLst>
            <pc:docMk/>
            <pc:sldMk cId="1993114442" sldId="256"/>
            <ac:picMk id="5" creationId="{ECE5D0DB-2C9C-0ABE-A594-39AB85C06606}"/>
          </ac:picMkLst>
        </pc:picChg>
      </pc:sldChg>
      <pc:sldChg chg="del">
        <pc:chgData name="James Kagwe" userId="32aa7944-5975-403f-9cdb-57b36767b7d2" providerId="ADAL" clId="{90DAA996-3F3F-43AA-B146-546ACBCCAE3C}" dt="2025-11-13T11:44:31.377" v="1672" actId="47"/>
        <pc:sldMkLst>
          <pc:docMk/>
          <pc:sldMk cId="3945404962" sldId="257"/>
        </pc:sldMkLst>
      </pc:sldChg>
      <pc:sldChg chg="ord">
        <pc:chgData name="James Kagwe" userId="32aa7944-5975-403f-9cdb-57b36767b7d2" providerId="ADAL" clId="{90DAA996-3F3F-43AA-B146-546ACBCCAE3C}" dt="2025-11-13T12:09:32.280" v="1779"/>
        <pc:sldMkLst>
          <pc:docMk/>
          <pc:sldMk cId="159890142" sldId="258"/>
        </pc:sldMkLst>
      </pc:sldChg>
      <pc:sldChg chg="del">
        <pc:chgData name="James Kagwe" userId="32aa7944-5975-403f-9cdb-57b36767b7d2" providerId="ADAL" clId="{90DAA996-3F3F-43AA-B146-546ACBCCAE3C}" dt="2025-11-13T11:44:31.377" v="1672" actId="47"/>
        <pc:sldMkLst>
          <pc:docMk/>
          <pc:sldMk cId="1446089423" sldId="259"/>
        </pc:sldMkLst>
      </pc:sldChg>
      <pc:sldChg chg="del">
        <pc:chgData name="James Kagwe" userId="32aa7944-5975-403f-9cdb-57b36767b7d2" providerId="ADAL" clId="{90DAA996-3F3F-43AA-B146-546ACBCCAE3C}" dt="2025-11-13T11:44:31.377" v="1672" actId="47"/>
        <pc:sldMkLst>
          <pc:docMk/>
          <pc:sldMk cId="1996848942" sldId="260"/>
        </pc:sldMkLst>
      </pc:sldChg>
      <pc:sldChg chg="del">
        <pc:chgData name="James Kagwe" userId="32aa7944-5975-403f-9cdb-57b36767b7d2" providerId="ADAL" clId="{90DAA996-3F3F-43AA-B146-546ACBCCAE3C}" dt="2025-11-13T11:44:31.377" v="1672" actId="47"/>
        <pc:sldMkLst>
          <pc:docMk/>
          <pc:sldMk cId="2753479607" sldId="261"/>
        </pc:sldMkLst>
      </pc:sldChg>
      <pc:sldChg chg="del">
        <pc:chgData name="James Kagwe" userId="32aa7944-5975-403f-9cdb-57b36767b7d2" providerId="ADAL" clId="{90DAA996-3F3F-43AA-B146-546ACBCCAE3C}" dt="2025-11-13T11:44:31.377" v="1672" actId="47"/>
        <pc:sldMkLst>
          <pc:docMk/>
          <pc:sldMk cId="435929151" sldId="262"/>
        </pc:sldMkLst>
      </pc:sldChg>
      <pc:sldChg chg="addSp delSp modSp mod">
        <pc:chgData name="James Kagwe" userId="32aa7944-5975-403f-9cdb-57b36767b7d2" providerId="ADAL" clId="{90DAA996-3F3F-43AA-B146-546ACBCCAE3C}" dt="2025-11-13T09:42:59.356" v="63" actId="14100"/>
        <pc:sldMkLst>
          <pc:docMk/>
          <pc:sldMk cId="4246129641" sldId="263"/>
        </pc:sldMkLst>
        <pc:spChg chg="del">
          <ac:chgData name="James Kagwe" userId="32aa7944-5975-403f-9cdb-57b36767b7d2" providerId="ADAL" clId="{90DAA996-3F3F-43AA-B146-546ACBCCAE3C}" dt="2025-11-13T09:42:03.115" v="48" actId="478"/>
          <ac:spMkLst>
            <pc:docMk/>
            <pc:sldMk cId="4246129641" sldId="263"/>
            <ac:spMk id="2" creationId="{67FDDD9B-0B82-2192-53C1-07CBCEB2D503}"/>
          </ac:spMkLst>
        </pc:spChg>
        <pc:spChg chg="mod">
          <ac:chgData name="James Kagwe" userId="32aa7944-5975-403f-9cdb-57b36767b7d2" providerId="ADAL" clId="{90DAA996-3F3F-43AA-B146-546ACBCCAE3C}" dt="2025-11-13T09:42:59.356" v="63" actId="14100"/>
          <ac:spMkLst>
            <pc:docMk/>
            <pc:sldMk cId="4246129641" sldId="263"/>
            <ac:spMk id="3" creationId="{E3B6F493-73A2-7C1A-99B1-045FA9AD0FA7}"/>
          </ac:spMkLst>
        </pc:spChg>
        <pc:spChg chg="add del mod">
          <ac:chgData name="James Kagwe" userId="32aa7944-5975-403f-9cdb-57b36767b7d2" providerId="ADAL" clId="{90DAA996-3F3F-43AA-B146-546ACBCCAE3C}" dt="2025-11-13T09:42:06.309" v="49" actId="478"/>
          <ac:spMkLst>
            <pc:docMk/>
            <pc:sldMk cId="4246129641" sldId="263"/>
            <ac:spMk id="5" creationId="{62994025-1F6F-555C-461C-607C4CF34780}"/>
          </ac:spMkLst>
        </pc:spChg>
        <pc:picChg chg="add mod">
          <ac:chgData name="James Kagwe" userId="32aa7944-5975-403f-9cdb-57b36767b7d2" providerId="ADAL" clId="{90DAA996-3F3F-43AA-B146-546ACBCCAE3C}" dt="2025-11-13T09:42:14.555" v="52" actId="1076"/>
          <ac:picMkLst>
            <pc:docMk/>
            <pc:sldMk cId="4246129641" sldId="263"/>
            <ac:picMk id="7" creationId="{63143559-CACA-B577-7EFD-112F303F92E5}"/>
          </ac:picMkLst>
        </pc:picChg>
      </pc:sldChg>
      <pc:sldChg chg="modSp mod ord">
        <pc:chgData name="James Kagwe" userId="32aa7944-5975-403f-9cdb-57b36767b7d2" providerId="ADAL" clId="{90DAA996-3F3F-43AA-B146-546ACBCCAE3C}" dt="2025-11-13T14:10:51.405" v="2084" actId="115"/>
        <pc:sldMkLst>
          <pc:docMk/>
          <pc:sldMk cId="2020329215" sldId="264"/>
        </pc:sldMkLst>
        <pc:spChg chg="mod">
          <ac:chgData name="James Kagwe" userId="32aa7944-5975-403f-9cdb-57b36767b7d2" providerId="ADAL" clId="{90DAA996-3F3F-43AA-B146-546ACBCCAE3C}" dt="2025-11-13T14:10:51.405" v="2084" actId="115"/>
          <ac:spMkLst>
            <pc:docMk/>
            <pc:sldMk cId="2020329215" sldId="264"/>
            <ac:spMk id="2" creationId="{F3F3CE74-4BCE-705B-2763-E663D809692D}"/>
          </ac:spMkLst>
        </pc:spChg>
        <pc:spChg chg="mod">
          <ac:chgData name="James Kagwe" userId="32aa7944-5975-403f-9cdb-57b36767b7d2" providerId="ADAL" clId="{90DAA996-3F3F-43AA-B146-546ACBCCAE3C}" dt="2025-11-13T09:56:46.767" v="225" actId="6549"/>
          <ac:spMkLst>
            <pc:docMk/>
            <pc:sldMk cId="2020329215" sldId="264"/>
            <ac:spMk id="4" creationId="{AEF51B56-400B-97C7-7190-45C5C8733D4E}"/>
          </ac:spMkLst>
        </pc:spChg>
      </pc:sldChg>
      <pc:sldChg chg="ord">
        <pc:chgData name="James Kagwe" userId="32aa7944-5975-403f-9cdb-57b36767b7d2" providerId="ADAL" clId="{90DAA996-3F3F-43AA-B146-546ACBCCAE3C}" dt="2025-11-13T09:59:22.791" v="273"/>
        <pc:sldMkLst>
          <pc:docMk/>
          <pc:sldMk cId="3380245801" sldId="265"/>
        </pc:sldMkLst>
      </pc:sldChg>
      <pc:sldChg chg="del">
        <pc:chgData name="James Kagwe" userId="32aa7944-5975-403f-9cdb-57b36767b7d2" providerId="ADAL" clId="{90DAA996-3F3F-43AA-B146-546ACBCCAE3C}" dt="2025-11-13T09:59:38.506" v="274" actId="47"/>
        <pc:sldMkLst>
          <pc:docMk/>
          <pc:sldMk cId="1916952856" sldId="266"/>
        </pc:sldMkLst>
      </pc:sldChg>
      <pc:sldChg chg="del">
        <pc:chgData name="James Kagwe" userId="32aa7944-5975-403f-9cdb-57b36767b7d2" providerId="ADAL" clId="{90DAA996-3F3F-43AA-B146-546ACBCCAE3C}" dt="2025-11-13T09:59:38.506" v="274" actId="47"/>
        <pc:sldMkLst>
          <pc:docMk/>
          <pc:sldMk cId="2720881580" sldId="267"/>
        </pc:sldMkLst>
      </pc:sldChg>
      <pc:sldChg chg="del">
        <pc:chgData name="James Kagwe" userId="32aa7944-5975-403f-9cdb-57b36767b7d2" providerId="ADAL" clId="{90DAA996-3F3F-43AA-B146-546ACBCCAE3C}" dt="2025-11-13T09:59:38.506" v="274" actId="47"/>
        <pc:sldMkLst>
          <pc:docMk/>
          <pc:sldMk cId="619692484" sldId="268"/>
        </pc:sldMkLst>
      </pc:sldChg>
      <pc:sldChg chg="del">
        <pc:chgData name="James Kagwe" userId="32aa7944-5975-403f-9cdb-57b36767b7d2" providerId="ADAL" clId="{90DAA996-3F3F-43AA-B146-546ACBCCAE3C}" dt="2025-11-13T09:59:38.506" v="274" actId="47"/>
        <pc:sldMkLst>
          <pc:docMk/>
          <pc:sldMk cId="891044721" sldId="269"/>
        </pc:sldMkLst>
      </pc:sldChg>
      <pc:sldChg chg="del">
        <pc:chgData name="James Kagwe" userId="32aa7944-5975-403f-9cdb-57b36767b7d2" providerId="ADAL" clId="{90DAA996-3F3F-43AA-B146-546ACBCCAE3C}" dt="2025-11-13T09:59:38.506" v="274" actId="47"/>
        <pc:sldMkLst>
          <pc:docMk/>
          <pc:sldMk cId="1517671547" sldId="270"/>
        </pc:sldMkLst>
      </pc:sldChg>
      <pc:sldChg chg="del">
        <pc:chgData name="James Kagwe" userId="32aa7944-5975-403f-9cdb-57b36767b7d2" providerId="ADAL" clId="{90DAA996-3F3F-43AA-B146-546ACBCCAE3C}" dt="2025-11-13T09:59:38.506" v="274" actId="47"/>
        <pc:sldMkLst>
          <pc:docMk/>
          <pc:sldMk cId="2652736151" sldId="271"/>
        </pc:sldMkLst>
      </pc:sldChg>
      <pc:sldChg chg="del">
        <pc:chgData name="James Kagwe" userId="32aa7944-5975-403f-9cdb-57b36767b7d2" providerId="ADAL" clId="{90DAA996-3F3F-43AA-B146-546ACBCCAE3C}" dt="2025-11-13T11:44:31.377" v="1672" actId="47"/>
        <pc:sldMkLst>
          <pc:docMk/>
          <pc:sldMk cId="2758684531" sldId="272"/>
        </pc:sldMkLst>
      </pc:sldChg>
      <pc:sldChg chg="del">
        <pc:chgData name="James Kagwe" userId="32aa7944-5975-403f-9cdb-57b36767b7d2" providerId="ADAL" clId="{90DAA996-3F3F-43AA-B146-546ACBCCAE3C}" dt="2025-11-13T11:44:31.377" v="1672" actId="47"/>
        <pc:sldMkLst>
          <pc:docMk/>
          <pc:sldMk cId="2258241864" sldId="273"/>
        </pc:sldMkLst>
      </pc:sldChg>
      <pc:sldChg chg="del">
        <pc:chgData name="James Kagwe" userId="32aa7944-5975-403f-9cdb-57b36767b7d2" providerId="ADAL" clId="{90DAA996-3F3F-43AA-B146-546ACBCCAE3C}" dt="2025-11-13T11:44:31.377" v="1672" actId="47"/>
        <pc:sldMkLst>
          <pc:docMk/>
          <pc:sldMk cId="2733847967" sldId="274"/>
        </pc:sldMkLst>
      </pc:sldChg>
      <pc:sldChg chg="del">
        <pc:chgData name="James Kagwe" userId="32aa7944-5975-403f-9cdb-57b36767b7d2" providerId="ADAL" clId="{90DAA996-3F3F-43AA-B146-546ACBCCAE3C}" dt="2025-11-13T11:44:31.377" v="1672" actId="47"/>
        <pc:sldMkLst>
          <pc:docMk/>
          <pc:sldMk cId="749233526" sldId="275"/>
        </pc:sldMkLst>
      </pc:sldChg>
      <pc:sldChg chg="del">
        <pc:chgData name="James Kagwe" userId="32aa7944-5975-403f-9cdb-57b36767b7d2" providerId="ADAL" clId="{90DAA996-3F3F-43AA-B146-546ACBCCAE3C}" dt="2025-11-13T11:44:31.377" v="1672" actId="47"/>
        <pc:sldMkLst>
          <pc:docMk/>
          <pc:sldMk cId="2551710225" sldId="276"/>
        </pc:sldMkLst>
      </pc:sldChg>
      <pc:sldChg chg="del">
        <pc:chgData name="James Kagwe" userId="32aa7944-5975-403f-9cdb-57b36767b7d2" providerId="ADAL" clId="{90DAA996-3F3F-43AA-B146-546ACBCCAE3C}" dt="2025-11-13T11:44:31.377" v="1672" actId="47"/>
        <pc:sldMkLst>
          <pc:docMk/>
          <pc:sldMk cId="1727817242" sldId="277"/>
        </pc:sldMkLst>
      </pc:sldChg>
      <pc:sldChg chg="del">
        <pc:chgData name="James Kagwe" userId="32aa7944-5975-403f-9cdb-57b36767b7d2" providerId="ADAL" clId="{90DAA996-3F3F-43AA-B146-546ACBCCAE3C}" dt="2025-11-13T11:44:31.377" v="1672" actId="47"/>
        <pc:sldMkLst>
          <pc:docMk/>
          <pc:sldMk cId="148386751" sldId="278"/>
        </pc:sldMkLst>
      </pc:sldChg>
      <pc:sldChg chg="addSp delSp modSp new mod setBg">
        <pc:chgData name="James Kagwe" userId="32aa7944-5975-403f-9cdb-57b36767b7d2" providerId="ADAL" clId="{90DAA996-3F3F-43AA-B146-546ACBCCAE3C}" dt="2025-11-13T09:34:17.254" v="38" actId="26606"/>
        <pc:sldMkLst>
          <pc:docMk/>
          <pc:sldMk cId="2924699958" sldId="279"/>
        </pc:sldMkLst>
        <pc:spChg chg="del">
          <ac:chgData name="James Kagwe" userId="32aa7944-5975-403f-9cdb-57b36767b7d2" providerId="ADAL" clId="{90DAA996-3F3F-43AA-B146-546ACBCCAE3C}" dt="2025-11-13T09:33:19.205" v="32" actId="478"/>
          <ac:spMkLst>
            <pc:docMk/>
            <pc:sldMk cId="2924699958" sldId="279"/>
            <ac:spMk id="2" creationId="{84430236-9183-117B-45E2-63462777B98A}"/>
          </ac:spMkLst>
        </pc:spChg>
        <pc:spChg chg="del">
          <ac:chgData name="James Kagwe" userId="32aa7944-5975-403f-9cdb-57b36767b7d2" providerId="ADAL" clId="{90DAA996-3F3F-43AA-B146-546ACBCCAE3C}" dt="2025-11-13T09:33:17.514" v="31" actId="478"/>
          <ac:spMkLst>
            <pc:docMk/>
            <pc:sldMk cId="2924699958" sldId="279"/>
            <ac:spMk id="3" creationId="{92DD293E-4903-D84E-A171-86A860A5402E}"/>
          </ac:spMkLst>
        </pc:spChg>
        <pc:spChg chg="add del">
          <ac:chgData name="James Kagwe" userId="32aa7944-5975-403f-9cdb-57b36767b7d2" providerId="ADAL" clId="{90DAA996-3F3F-43AA-B146-546ACBCCAE3C}" dt="2025-11-13T09:34:07.129" v="35" actId="26606"/>
          <ac:spMkLst>
            <pc:docMk/>
            <pc:sldMk cId="2924699958" sldId="279"/>
            <ac:spMk id="10" creationId="{F3060C83-F051-4F0E-ABAD-AA0DFC48B218}"/>
          </ac:spMkLst>
        </pc:spChg>
        <pc:spChg chg="add del">
          <ac:chgData name="James Kagwe" userId="32aa7944-5975-403f-9cdb-57b36767b7d2" providerId="ADAL" clId="{90DAA996-3F3F-43AA-B146-546ACBCCAE3C}" dt="2025-11-13T09:34:07.129" v="35" actId="26606"/>
          <ac:spMkLst>
            <pc:docMk/>
            <pc:sldMk cId="2924699958" sldId="279"/>
            <ac:spMk id="12" creationId="{83C98ABE-055B-441F-B07E-44F97F083C39}"/>
          </ac:spMkLst>
        </pc:spChg>
        <pc:spChg chg="add del">
          <ac:chgData name="James Kagwe" userId="32aa7944-5975-403f-9cdb-57b36767b7d2" providerId="ADAL" clId="{90DAA996-3F3F-43AA-B146-546ACBCCAE3C}" dt="2025-11-13T09:34:07.129" v="35" actId="26606"/>
          <ac:spMkLst>
            <pc:docMk/>
            <pc:sldMk cId="2924699958" sldId="279"/>
            <ac:spMk id="14" creationId="{29FDB030-9B49-4CED-8CCD-4D99382388AC}"/>
          </ac:spMkLst>
        </pc:spChg>
        <pc:spChg chg="add del">
          <ac:chgData name="James Kagwe" userId="32aa7944-5975-403f-9cdb-57b36767b7d2" providerId="ADAL" clId="{90DAA996-3F3F-43AA-B146-546ACBCCAE3C}" dt="2025-11-13T09:34:07.129" v="35" actId="26606"/>
          <ac:spMkLst>
            <pc:docMk/>
            <pc:sldMk cId="2924699958" sldId="279"/>
            <ac:spMk id="16" creationId="{3783CA14-24A1-485C-8B30-D6A5D87987AD}"/>
          </ac:spMkLst>
        </pc:spChg>
        <pc:spChg chg="add del">
          <ac:chgData name="James Kagwe" userId="32aa7944-5975-403f-9cdb-57b36767b7d2" providerId="ADAL" clId="{90DAA996-3F3F-43AA-B146-546ACBCCAE3C}" dt="2025-11-13T09:34:07.129" v="35" actId="26606"/>
          <ac:spMkLst>
            <pc:docMk/>
            <pc:sldMk cId="2924699958" sldId="279"/>
            <ac:spMk id="18" creationId="{9A97C86A-04D6-40F7-AE84-31AB43E6A846}"/>
          </ac:spMkLst>
        </pc:spChg>
        <pc:spChg chg="add del">
          <ac:chgData name="James Kagwe" userId="32aa7944-5975-403f-9cdb-57b36767b7d2" providerId="ADAL" clId="{90DAA996-3F3F-43AA-B146-546ACBCCAE3C}" dt="2025-11-13T09:34:07.129" v="35" actId="26606"/>
          <ac:spMkLst>
            <pc:docMk/>
            <pc:sldMk cId="2924699958" sldId="279"/>
            <ac:spMk id="20" creationId="{FF9F2414-84E8-453E-B1F3-389FDE8192D9}"/>
          </ac:spMkLst>
        </pc:spChg>
        <pc:spChg chg="add del">
          <ac:chgData name="James Kagwe" userId="32aa7944-5975-403f-9cdb-57b36767b7d2" providerId="ADAL" clId="{90DAA996-3F3F-43AA-B146-546ACBCCAE3C}" dt="2025-11-13T09:34:07.129" v="35" actId="26606"/>
          <ac:spMkLst>
            <pc:docMk/>
            <pc:sldMk cId="2924699958" sldId="279"/>
            <ac:spMk id="22" creationId="{3ECA69A1-7536-43AC-85EF-C7106179F5ED}"/>
          </ac:spMkLst>
        </pc:spChg>
        <pc:spChg chg="add del">
          <ac:chgData name="James Kagwe" userId="32aa7944-5975-403f-9cdb-57b36767b7d2" providerId="ADAL" clId="{90DAA996-3F3F-43AA-B146-546ACBCCAE3C}" dt="2025-11-13T09:34:17.238" v="37" actId="26606"/>
          <ac:spMkLst>
            <pc:docMk/>
            <pc:sldMk cId="2924699958" sldId="279"/>
            <ac:spMk id="24" creationId="{8950AD4C-6AF3-49F8-94E1-DBCAFB39478B}"/>
          </ac:spMkLst>
        </pc:spChg>
        <pc:spChg chg="add del">
          <ac:chgData name="James Kagwe" userId="32aa7944-5975-403f-9cdb-57b36767b7d2" providerId="ADAL" clId="{90DAA996-3F3F-43AA-B146-546ACBCCAE3C}" dt="2025-11-13T09:34:17.238" v="37" actId="26606"/>
          <ac:spMkLst>
            <pc:docMk/>
            <pc:sldMk cId="2924699958" sldId="279"/>
            <ac:spMk id="25" creationId="{8DBEAE55-3EA1-41D7-A212-5F7D8986C1F2}"/>
          </ac:spMkLst>
        </pc:spChg>
        <pc:spChg chg="add del">
          <ac:chgData name="James Kagwe" userId="32aa7944-5975-403f-9cdb-57b36767b7d2" providerId="ADAL" clId="{90DAA996-3F3F-43AA-B146-546ACBCCAE3C}" dt="2025-11-13T09:34:17.238" v="37" actId="26606"/>
          <ac:spMkLst>
            <pc:docMk/>
            <pc:sldMk cId="2924699958" sldId="279"/>
            <ac:spMk id="26" creationId="{CFC5F0E7-644F-4101-BE72-12825CF537E7}"/>
          </ac:spMkLst>
        </pc:spChg>
        <pc:spChg chg="add del">
          <ac:chgData name="James Kagwe" userId="32aa7944-5975-403f-9cdb-57b36767b7d2" providerId="ADAL" clId="{90DAA996-3F3F-43AA-B146-546ACBCCAE3C}" dt="2025-11-13T09:34:17.238" v="37" actId="26606"/>
          <ac:spMkLst>
            <pc:docMk/>
            <pc:sldMk cId="2924699958" sldId="279"/>
            <ac:spMk id="27" creationId="{B1F9B6B4-B0C4-45C6-A086-901C960D03E7}"/>
          </ac:spMkLst>
        </pc:spChg>
        <pc:spChg chg="add">
          <ac:chgData name="James Kagwe" userId="32aa7944-5975-403f-9cdb-57b36767b7d2" providerId="ADAL" clId="{90DAA996-3F3F-43AA-B146-546ACBCCAE3C}" dt="2025-11-13T09:34:17.254" v="38" actId="26606"/>
          <ac:spMkLst>
            <pc:docMk/>
            <pc:sldMk cId="2924699958" sldId="279"/>
            <ac:spMk id="29" creationId="{AB8C311F-7253-4AED-9701-7FC0708C41C7}"/>
          </ac:spMkLst>
        </pc:spChg>
        <pc:spChg chg="add">
          <ac:chgData name="James Kagwe" userId="32aa7944-5975-403f-9cdb-57b36767b7d2" providerId="ADAL" clId="{90DAA996-3F3F-43AA-B146-546ACBCCAE3C}" dt="2025-11-13T09:34:17.254" v="38" actId="26606"/>
          <ac:spMkLst>
            <pc:docMk/>
            <pc:sldMk cId="2924699958" sldId="279"/>
            <ac:spMk id="30" creationId="{E2384209-CB15-4CDF-9D31-C44FD9A3F20D}"/>
          </ac:spMkLst>
        </pc:spChg>
        <pc:spChg chg="add">
          <ac:chgData name="James Kagwe" userId="32aa7944-5975-403f-9cdb-57b36767b7d2" providerId="ADAL" clId="{90DAA996-3F3F-43AA-B146-546ACBCCAE3C}" dt="2025-11-13T09:34:17.254" v="38" actId="26606"/>
          <ac:spMkLst>
            <pc:docMk/>
            <pc:sldMk cId="2924699958" sldId="279"/>
            <ac:spMk id="31" creationId="{2633B3B5-CC90-43F0-8714-D31D1F3F0209}"/>
          </ac:spMkLst>
        </pc:spChg>
        <pc:spChg chg="add">
          <ac:chgData name="James Kagwe" userId="32aa7944-5975-403f-9cdb-57b36767b7d2" providerId="ADAL" clId="{90DAA996-3F3F-43AA-B146-546ACBCCAE3C}" dt="2025-11-13T09:34:17.254" v="38" actId="26606"/>
          <ac:spMkLst>
            <pc:docMk/>
            <pc:sldMk cId="2924699958" sldId="279"/>
            <ac:spMk id="32" creationId="{A8D57A06-A426-446D-B02C-A2DC6B62E45E}"/>
          </ac:spMkLst>
        </pc:spChg>
        <pc:picChg chg="add mod">
          <ac:chgData name="James Kagwe" userId="32aa7944-5975-403f-9cdb-57b36767b7d2" providerId="ADAL" clId="{90DAA996-3F3F-43AA-B146-546ACBCCAE3C}" dt="2025-11-13T09:34:17.254" v="38" actId="26606"/>
          <ac:picMkLst>
            <pc:docMk/>
            <pc:sldMk cId="2924699958" sldId="279"/>
            <ac:picMk id="5" creationId="{2BEA8424-3A15-2AF3-5D5C-68F6A91FDF73}"/>
          </ac:picMkLst>
        </pc:picChg>
      </pc:sldChg>
      <pc:sldChg chg="addSp delSp modSp new del mod">
        <pc:chgData name="James Kagwe" userId="32aa7944-5975-403f-9cdb-57b36767b7d2" providerId="ADAL" clId="{90DAA996-3F3F-43AA-B146-546ACBCCAE3C}" dt="2025-11-13T09:59:20.006" v="271" actId="47"/>
        <pc:sldMkLst>
          <pc:docMk/>
          <pc:sldMk cId="1734734508" sldId="280"/>
        </pc:sldMkLst>
        <pc:spChg chg="del">
          <ac:chgData name="James Kagwe" userId="32aa7944-5975-403f-9cdb-57b36767b7d2" providerId="ADAL" clId="{90DAA996-3F3F-43AA-B146-546ACBCCAE3C}" dt="2025-11-13T09:44:06.919" v="66" actId="478"/>
          <ac:spMkLst>
            <pc:docMk/>
            <pc:sldMk cId="1734734508" sldId="280"/>
            <ac:spMk id="2" creationId="{D4C2F9F2-87D4-05C2-C8DB-2D0C5D553B3E}"/>
          </ac:spMkLst>
        </pc:spChg>
        <pc:spChg chg="del">
          <ac:chgData name="James Kagwe" userId="32aa7944-5975-403f-9cdb-57b36767b7d2" providerId="ADAL" clId="{90DAA996-3F3F-43AA-B146-546ACBCCAE3C}" dt="2025-11-13T09:44:05.445" v="65" actId="478"/>
          <ac:spMkLst>
            <pc:docMk/>
            <pc:sldMk cId="1734734508" sldId="280"/>
            <ac:spMk id="3" creationId="{1FC67B52-9A8B-C9BB-3F73-77C4B5E87321}"/>
          </ac:spMkLst>
        </pc:spChg>
        <pc:spChg chg="add mod">
          <ac:chgData name="James Kagwe" userId="32aa7944-5975-403f-9cdb-57b36767b7d2" providerId="ADAL" clId="{90DAA996-3F3F-43AA-B146-546ACBCCAE3C}" dt="2025-11-13T09:44:08.497" v="67"/>
          <ac:spMkLst>
            <pc:docMk/>
            <pc:sldMk cId="1734734508" sldId="280"/>
            <ac:spMk id="5" creationId="{67F01508-040E-8081-2AF6-42190AF2769F}"/>
          </ac:spMkLst>
        </pc:spChg>
        <pc:picChg chg="add mod">
          <ac:chgData name="James Kagwe" userId="32aa7944-5975-403f-9cdb-57b36767b7d2" providerId="ADAL" clId="{90DAA996-3F3F-43AA-B146-546ACBCCAE3C}" dt="2025-11-13T09:44:08.497" v="67"/>
          <ac:picMkLst>
            <pc:docMk/>
            <pc:sldMk cId="1734734508" sldId="280"/>
            <ac:picMk id="4" creationId="{6D7C1547-9CF9-BB51-92D5-2C8C8610B51B}"/>
          </ac:picMkLst>
        </pc:picChg>
      </pc:sldChg>
      <pc:sldChg chg="addSp delSp modSp new del mod">
        <pc:chgData name="James Kagwe" userId="32aa7944-5975-403f-9cdb-57b36767b7d2" providerId="ADAL" clId="{90DAA996-3F3F-43AA-B146-546ACBCCAE3C}" dt="2025-11-13T11:44:31.377" v="1672" actId="47"/>
        <pc:sldMkLst>
          <pc:docMk/>
          <pc:sldMk cId="4084349166" sldId="281"/>
        </pc:sldMkLst>
        <pc:spChg chg="mod">
          <ac:chgData name="James Kagwe" userId="32aa7944-5975-403f-9cdb-57b36767b7d2" providerId="ADAL" clId="{90DAA996-3F3F-43AA-B146-546ACBCCAE3C}" dt="2025-11-13T09:57:42.012" v="228" actId="1076"/>
          <ac:spMkLst>
            <pc:docMk/>
            <pc:sldMk cId="4084349166" sldId="281"/>
            <ac:spMk id="2" creationId="{732A8062-7A04-207D-A881-4959EF7A4B32}"/>
          </ac:spMkLst>
        </pc:spChg>
        <pc:spChg chg="add del mod">
          <ac:chgData name="James Kagwe" userId="32aa7944-5975-403f-9cdb-57b36767b7d2" providerId="ADAL" clId="{90DAA996-3F3F-43AA-B146-546ACBCCAE3C}" dt="2025-11-13T09:48:02.017" v="78"/>
          <ac:spMkLst>
            <pc:docMk/>
            <pc:sldMk cId="4084349166" sldId="281"/>
            <ac:spMk id="3" creationId="{20798755-3FF2-A53C-9903-168CDD79A116}"/>
          </ac:spMkLst>
        </pc:spChg>
        <pc:spChg chg="add mod">
          <ac:chgData name="James Kagwe" userId="32aa7944-5975-403f-9cdb-57b36767b7d2" providerId="ADAL" clId="{90DAA996-3F3F-43AA-B146-546ACBCCAE3C}" dt="2025-11-13T09:47:39.090" v="74"/>
          <ac:spMkLst>
            <pc:docMk/>
            <pc:sldMk cId="4084349166" sldId="281"/>
            <ac:spMk id="5" creationId="{3289791E-F78E-1CA1-6AEF-4F683562E035}"/>
          </ac:spMkLst>
        </pc:spChg>
        <pc:spChg chg="add mod">
          <ac:chgData name="James Kagwe" userId="32aa7944-5975-403f-9cdb-57b36767b7d2" providerId="ADAL" clId="{90DAA996-3F3F-43AA-B146-546ACBCCAE3C}" dt="2025-11-13T09:47:39.090" v="74"/>
          <ac:spMkLst>
            <pc:docMk/>
            <pc:sldMk cId="4084349166" sldId="281"/>
            <ac:spMk id="6" creationId="{74BCA560-4E40-0563-FBB3-DE95D8EE429E}"/>
          </ac:spMkLst>
        </pc:spChg>
        <pc:spChg chg="add mod">
          <ac:chgData name="James Kagwe" userId="32aa7944-5975-403f-9cdb-57b36767b7d2" providerId="ADAL" clId="{90DAA996-3F3F-43AA-B146-546ACBCCAE3C}" dt="2025-11-13T09:47:39.090" v="74"/>
          <ac:spMkLst>
            <pc:docMk/>
            <pc:sldMk cId="4084349166" sldId="281"/>
            <ac:spMk id="7" creationId="{A0201117-4976-4CDC-C70B-2DF29D3540F2}"/>
          </ac:spMkLst>
        </pc:spChg>
        <pc:spChg chg="add mod">
          <ac:chgData name="James Kagwe" userId="32aa7944-5975-403f-9cdb-57b36767b7d2" providerId="ADAL" clId="{90DAA996-3F3F-43AA-B146-546ACBCCAE3C}" dt="2025-11-13T09:58:44.830" v="270" actId="1076"/>
          <ac:spMkLst>
            <pc:docMk/>
            <pc:sldMk cId="4084349166" sldId="281"/>
            <ac:spMk id="9" creationId="{60A970E5-CE76-7984-1794-FAB86726DABD}"/>
          </ac:spMkLst>
        </pc:spChg>
        <pc:graphicFrameChg chg="add mod">
          <ac:chgData name="James Kagwe" userId="32aa7944-5975-403f-9cdb-57b36767b7d2" providerId="ADAL" clId="{90DAA996-3F3F-43AA-B146-546ACBCCAE3C}" dt="2025-11-13T09:47:39.090" v="74"/>
          <ac:graphicFrameMkLst>
            <pc:docMk/>
            <pc:sldMk cId="4084349166" sldId="281"/>
            <ac:graphicFrameMk id="4" creationId="{4AF813CB-1FD5-470C-30CC-F7D5227613C3}"/>
          </ac:graphicFrameMkLst>
        </pc:graphicFrameChg>
        <pc:graphicFrameChg chg="add mod modGraphic">
          <ac:chgData name="James Kagwe" userId="32aa7944-5975-403f-9cdb-57b36767b7d2" providerId="ADAL" clId="{90DAA996-3F3F-43AA-B146-546ACBCCAE3C}" dt="2025-11-13T09:57:33.278" v="226" actId="1076"/>
          <ac:graphicFrameMkLst>
            <pc:docMk/>
            <pc:sldMk cId="4084349166" sldId="281"/>
            <ac:graphicFrameMk id="8" creationId="{2F67E0B7-F4A4-7722-542B-E4AFBB73FEA0}"/>
          </ac:graphicFrameMkLst>
        </pc:graphicFrameChg>
      </pc:sldChg>
      <pc:sldChg chg="addSp delSp modSp new mod">
        <pc:chgData name="James Kagwe" userId="32aa7944-5975-403f-9cdb-57b36767b7d2" providerId="ADAL" clId="{90DAA996-3F3F-43AA-B146-546ACBCCAE3C}" dt="2025-11-13T10:34:39.675" v="533" actId="1076"/>
        <pc:sldMkLst>
          <pc:docMk/>
          <pc:sldMk cId="2679046328" sldId="282"/>
        </pc:sldMkLst>
        <pc:spChg chg="mod">
          <ac:chgData name="James Kagwe" userId="32aa7944-5975-403f-9cdb-57b36767b7d2" providerId="ADAL" clId="{90DAA996-3F3F-43AA-B146-546ACBCCAE3C}" dt="2025-11-13T10:32:28.454" v="523"/>
          <ac:spMkLst>
            <pc:docMk/>
            <pc:sldMk cId="2679046328" sldId="282"/>
            <ac:spMk id="2" creationId="{4AE89EAC-CFA9-99AB-2A7E-36619349BC94}"/>
          </ac:spMkLst>
        </pc:spChg>
        <pc:spChg chg="del">
          <ac:chgData name="James Kagwe" userId="32aa7944-5975-403f-9cdb-57b36767b7d2" providerId="ADAL" clId="{90DAA996-3F3F-43AA-B146-546ACBCCAE3C}" dt="2025-11-13T10:32:01.128" v="516" actId="478"/>
          <ac:spMkLst>
            <pc:docMk/>
            <pc:sldMk cId="2679046328" sldId="282"/>
            <ac:spMk id="3" creationId="{8DC085B0-2767-67EA-ABD7-BCAFA4F4D9B9}"/>
          </ac:spMkLst>
        </pc:spChg>
        <pc:spChg chg="add mod">
          <ac:chgData name="James Kagwe" userId="32aa7944-5975-403f-9cdb-57b36767b7d2" providerId="ADAL" clId="{90DAA996-3F3F-43AA-B146-546ACBCCAE3C}" dt="2025-11-13T10:34:39.675" v="533" actId="1076"/>
          <ac:spMkLst>
            <pc:docMk/>
            <pc:sldMk cId="2679046328" sldId="282"/>
            <ac:spMk id="7" creationId="{30C76977-DFEB-1DA1-04A2-6C1D710C3DC1}"/>
          </ac:spMkLst>
        </pc:spChg>
        <pc:picChg chg="add mod">
          <ac:chgData name="James Kagwe" userId="32aa7944-5975-403f-9cdb-57b36767b7d2" providerId="ADAL" clId="{90DAA996-3F3F-43AA-B146-546ACBCCAE3C}" dt="2025-11-13T10:34:10.955" v="527" actId="14100"/>
          <ac:picMkLst>
            <pc:docMk/>
            <pc:sldMk cId="2679046328" sldId="282"/>
            <ac:picMk id="5" creationId="{5E69ECCA-43A3-2B28-C54F-CA5C7F4E900C}"/>
          </ac:picMkLst>
        </pc:picChg>
      </pc:sldChg>
      <pc:sldChg chg="addSp delSp modSp new mod">
        <pc:chgData name="James Kagwe" userId="32aa7944-5975-403f-9cdb-57b36767b7d2" providerId="ADAL" clId="{90DAA996-3F3F-43AA-B146-546ACBCCAE3C}" dt="2025-11-13T10:25:39.166" v="515" actId="14100"/>
        <pc:sldMkLst>
          <pc:docMk/>
          <pc:sldMk cId="1178264952" sldId="283"/>
        </pc:sldMkLst>
        <pc:spChg chg="mod">
          <ac:chgData name="James Kagwe" userId="32aa7944-5975-403f-9cdb-57b36767b7d2" providerId="ADAL" clId="{90DAA996-3F3F-43AA-B146-546ACBCCAE3C}" dt="2025-11-13T10:21:19.134" v="510" actId="14100"/>
          <ac:spMkLst>
            <pc:docMk/>
            <pc:sldMk cId="1178264952" sldId="283"/>
            <ac:spMk id="2" creationId="{98835A57-46DC-0C1E-80C6-E601E62CC5DD}"/>
          </ac:spMkLst>
        </pc:spChg>
        <pc:spChg chg="del">
          <ac:chgData name="James Kagwe" userId="32aa7944-5975-403f-9cdb-57b36767b7d2" providerId="ADAL" clId="{90DAA996-3F3F-43AA-B146-546ACBCCAE3C}" dt="2025-11-13T10:21:21.421" v="511" actId="478"/>
          <ac:spMkLst>
            <pc:docMk/>
            <pc:sldMk cId="1178264952" sldId="283"/>
            <ac:spMk id="3" creationId="{270D29C9-9CF4-7F1A-235B-F7A658B4F0DD}"/>
          </ac:spMkLst>
        </pc:spChg>
        <pc:picChg chg="add mod">
          <ac:chgData name="James Kagwe" userId="32aa7944-5975-403f-9cdb-57b36767b7d2" providerId="ADAL" clId="{90DAA996-3F3F-43AA-B146-546ACBCCAE3C}" dt="2025-11-13T10:25:39.166" v="515" actId="14100"/>
          <ac:picMkLst>
            <pc:docMk/>
            <pc:sldMk cId="1178264952" sldId="283"/>
            <ac:picMk id="5" creationId="{62C11BDB-63BF-D075-F78A-862BBEF84C2E}"/>
          </ac:picMkLst>
        </pc:picChg>
      </pc:sldChg>
      <pc:sldChg chg="addSp delSp modSp new mod">
        <pc:chgData name="James Kagwe" userId="32aa7944-5975-403f-9cdb-57b36767b7d2" providerId="ADAL" clId="{90DAA996-3F3F-43AA-B146-546ACBCCAE3C}" dt="2025-11-13T10:20:58.308" v="492" actId="14100"/>
        <pc:sldMkLst>
          <pc:docMk/>
          <pc:sldMk cId="1554727749" sldId="284"/>
        </pc:sldMkLst>
        <pc:spChg chg="mod">
          <ac:chgData name="James Kagwe" userId="32aa7944-5975-403f-9cdb-57b36767b7d2" providerId="ADAL" clId="{90DAA996-3F3F-43AA-B146-546ACBCCAE3C}" dt="2025-11-13T10:20:58.308" v="492" actId="14100"/>
          <ac:spMkLst>
            <pc:docMk/>
            <pc:sldMk cId="1554727749" sldId="284"/>
            <ac:spMk id="2" creationId="{AE6B23DD-DD5E-E6B7-FF36-C5C2A9E1956A}"/>
          </ac:spMkLst>
        </pc:spChg>
        <pc:spChg chg="del">
          <ac:chgData name="James Kagwe" userId="32aa7944-5975-403f-9cdb-57b36767b7d2" providerId="ADAL" clId="{90DAA996-3F3F-43AA-B146-546ACBCCAE3C}" dt="2025-11-13T10:15:31.698" v="278" actId="478"/>
          <ac:spMkLst>
            <pc:docMk/>
            <pc:sldMk cId="1554727749" sldId="284"/>
            <ac:spMk id="3" creationId="{2F60D67A-7DDF-5523-BC10-009EAD37F80C}"/>
          </ac:spMkLst>
        </pc:spChg>
        <pc:picChg chg="add mod">
          <ac:chgData name="James Kagwe" userId="32aa7944-5975-403f-9cdb-57b36767b7d2" providerId="ADAL" clId="{90DAA996-3F3F-43AA-B146-546ACBCCAE3C}" dt="2025-11-13T10:15:43.354" v="284" actId="1076"/>
          <ac:picMkLst>
            <pc:docMk/>
            <pc:sldMk cId="1554727749" sldId="284"/>
            <ac:picMk id="5" creationId="{CD6AFCB6-31B8-7C47-77BB-007DBE68C5C7}"/>
          </ac:picMkLst>
        </pc:picChg>
      </pc:sldChg>
      <pc:sldChg chg="addSp delSp modSp new mod">
        <pc:chgData name="James Kagwe" userId="32aa7944-5975-403f-9cdb-57b36767b7d2" providerId="ADAL" clId="{90DAA996-3F3F-43AA-B146-546ACBCCAE3C}" dt="2025-11-13T10:43:15.568" v="934" actId="1076"/>
        <pc:sldMkLst>
          <pc:docMk/>
          <pc:sldMk cId="2689078263" sldId="285"/>
        </pc:sldMkLst>
        <pc:spChg chg="mod">
          <ac:chgData name="James Kagwe" userId="32aa7944-5975-403f-9cdb-57b36767b7d2" providerId="ADAL" clId="{90DAA996-3F3F-43AA-B146-546ACBCCAE3C}" dt="2025-11-13T10:40:55.351" v="669" actId="255"/>
          <ac:spMkLst>
            <pc:docMk/>
            <pc:sldMk cId="2689078263" sldId="285"/>
            <ac:spMk id="2" creationId="{CF924740-0028-FA01-AAF6-2E7CB5C420C3}"/>
          </ac:spMkLst>
        </pc:spChg>
        <pc:spChg chg="del">
          <ac:chgData name="James Kagwe" userId="32aa7944-5975-403f-9cdb-57b36767b7d2" providerId="ADAL" clId="{90DAA996-3F3F-43AA-B146-546ACBCCAE3C}" dt="2025-11-13T10:35:28.355" v="556" actId="478"/>
          <ac:spMkLst>
            <pc:docMk/>
            <pc:sldMk cId="2689078263" sldId="285"/>
            <ac:spMk id="3" creationId="{3ACAF9F4-1FBF-398B-8DF8-EFDAB7F9A1BD}"/>
          </ac:spMkLst>
        </pc:spChg>
        <pc:spChg chg="add mod">
          <ac:chgData name="James Kagwe" userId="32aa7944-5975-403f-9cdb-57b36767b7d2" providerId="ADAL" clId="{90DAA996-3F3F-43AA-B146-546ACBCCAE3C}" dt="2025-11-13T10:43:15.568" v="934" actId="1076"/>
          <ac:spMkLst>
            <pc:docMk/>
            <pc:sldMk cId="2689078263" sldId="285"/>
            <ac:spMk id="7" creationId="{3D74549A-6B0B-105A-EB92-0AF2C4DFAB68}"/>
          </ac:spMkLst>
        </pc:spChg>
        <pc:picChg chg="add mod">
          <ac:chgData name="James Kagwe" userId="32aa7944-5975-403f-9cdb-57b36767b7d2" providerId="ADAL" clId="{90DAA996-3F3F-43AA-B146-546ACBCCAE3C}" dt="2025-11-13T10:36:45.923" v="562" actId="14100"/>
          <ac:picMkLst>
            <pc:docMk/>
            <pc:sldMk cId="2689078263" sldId="285"/>
            <ac:picMk id="5" creationId="{F7ACFAF5-D96D-DAA4-B14F-B33CE979BD06}"/>
          </ac:picMkLst>
        </pc:picChg>
      </pc:sldChg>
      <pc:sldChg chg="addSp delSp modSp new mod">
        <pc:chgData name="James Kagwe" userId="32aa7944-5975-403f-9cdb-57b36767b7d2" providerId="ADAL" clId="{90DAA996-3F3F-43AA-B146-546ACBCCAE3C}" dt="2025-11-13T10:47:47.399" v="1242" actId="14100"/>
        <pc:sldMkLst>
          <pc:docMk/>
          <pc:sldMk cId="3340073611" sldId="286"/>
        </pc:sldMkLst>
        <pc:spChg chg="mod">
          <ac:chgData name="James Kagwe" userId="32aa7944-5975-403f-9cdb-57b36767b7d2" providerId="ADAL" clId="{90DAA996-3F3F-43AA-B146-546ACBCCAE3C}" dt="2025-11-13T10:45:16.464" v="987" actId="20577"/>
          <ac:spMkLst>
            <pc:docMk/>
            <pc:sldMk cId="3340073611" sldId="286"/>
            <ac:spMk id="2" creationId="{FD1C2B28-4633-E64A-79E5-6F5DB29198EE}"/>
          </ac:spMkLst>
        </pc:spChg>
        <pc:spChg chg="del">
          <ac:chgData name="James Kagwe" userId="32aa7944-5975-403f-9cdb-57b36767b7d2" providerId="ADAL" clId="{90DAA996-3F3F-43AA-B146-546ACBCCAE3C}" dt="2025-11-13T10:44:44.158" v="939" actId="478"/>
          <ac:spMkLst>
            <pc:docMk/>
            <pc:sldMk cId="3340073611" sldId="286"/>
            <ac:spMk id="3" creationId="{553B3B5F-3BF7-2DF9-88AA-996AF666BD08}"/>
          </ac:spMkLst>
        </pc:spChg>
        <pc:spChg chg="add mod">
          <ac:chgData name="James Kagwe" userId="32aa7944-5975-403f-9cdb-57b36767b7d2" providerId="ADAL" clId="{90DAA996-3F3F-43AA-B146-546ACBCCAE3C}" dt="2025-11-13T10:47:47.399" v="1242" actId="14100"/>
          <ac:spMkLst>
            <pc:docMk/>
            <pc:sldMk cId="3340073611" sldId="286"/>
            <ac:spMk id="6" creationId="{2810ABF7-D4B9-0FD3-62BE-9FEA3927BCEC}"/>
          </ac:spMkLst>
        </pc:spChg>
        <pc:picChg chg="add mod">
          <ac:chgData name="James Kagwe" userId="32aa7944-5975-403f-9cdb-57b36767b7d2" providerId="ADAL" clId="{90DAA996-3F3F-43AA-B146-546ACBCCAE3C}" dt="2025-11-13T10:45:44.378" v="989" actId="14100"/>
          <ac:picMkLst>
            <pc:docMk/>
            <pc:sldMk cId="3340073611" sldId="286"/>
            <ac:picMk id="5" creationId="{D95BD4B0-6F84-52CF-4111-30669580FCAC}"/>
          </ac:picMkLst>
        </pc:picChg>
      </pc:sldChg>
      <pc:sldChg chg="addSp delSp modSp new mod">
        <pc:chgData name="James Kagwe" userId="32aa7944-5975-403f-9cdb-57b36767b7d2" providerId="ADAL" clId="{90DAA996-3F3F-43AA-B146-546ACBCCAE3C}" dt="2025-11-13T10:43:25.014" v="935" actId="255"/>
        <pc:sldMkLst>
          <pc:docMk/>
          <pc:sldMk cId="1360378073" sldId="287"/>
        </pc:sldMkLst>
        <pc:spChg chg="mod">
          <ac:chgData name="James Kagwe" userId="32aa7944-5975-403f-9cdb-57b36767b7d2" providerId="ADAL" clId="{90DAA996-3F3F-43AA-B146-546ACBCCAE3C}" dt="2025-11-13T10:41:04.211" v="679" actId="20577"/>
          <ac:spMkLst>
            <pc:docMk/>
            <pc:sldMk cId="1360378073" sldId="287"/>
            <ac:spMk id="2" creationId="{271B98D0-A4BC-A031-291B-CE47B202A164}"/>
          </ac:spMkLst>
        </pc:spChg>
        <pc:spChg chg="del">
          <ac:chgData name="James Kagwe" userId="32aa7944-5975-403f-9cdb-57b36767b7d2" providerId="ADAL" clId="{90DAA996-3F3F-43AA-B146-546ACBCCAE3C}" dt="2025-11-13T10:39:47.448" v="620" actId="478"/>
          <ac:spMkLst>
            <pc:docMk/>
            <pc:sldMk cId="1360378073" sldId="287"/>
            <ac:spMk id="3" creationId="{D6A95569-4167-ECFB-0B8E-FDAFE94788E1}"/>
          </ac:spMkLst>
        </pc:spChg>
        <pc:spChg chg="add mod">
          <ac:chgData name="James Kagwe" userId="32aa7944-5975-403f-9cdb-57b36767b7d2" providerId="ADAL" clId="{90DAA996-3F3F-43AA-B146-546ACBCCAE3C}" dt="2025-11-13T10:43:25.014" v="935" actId="255"/>
          <ac:spMkLst>
            <pc:docMk/>
            <pc:sldMk cId="1360378073" sldId="287"/>
            <ac:spMk id="6" creationId="{8498A099-FB9F-9E21-827B-AF7E79ABE2EC}"/>
          </ac:spMkLst>
        </pc:spChg>
        <pc:picChg chg="add mod">
          <ac:chgData name="James Kagwe" userId="32aa7944-5975-403f-9cdb-57b36767b7d2" providerId="ADAL" clId="{90DAA996-3F3F-43AA-B146-546ACBCCAE3C}" dt="2025-11-13T10:41:16.235" v="681" actId="14100"/>
          <ac:picMkLst>
            <pc:docMk/>
            <pc:sldMk cId="1360378073" sldId="287"/>
            <ac:picMk id="5" creationId="{B125C254-9E6F-69FF-FA2A-BFC5A058A10A}"/>
          </ac:picMkLst>
        </pc:picChg>
      </pc:sldChg>
      <pc:sldChg chg="addSp delSp modSp new mod ord">
        <pc:chgData name="James Kagwe" userId="32aa7944-5975-403f-9cdb-57b36767b7d2" providerId="ADAL" clId="{90DAA996-3F3F-43AA-B146-546ACBCCAE3C}" dt="2025-11-13T11:32:37.265" v="1635" actId="1076"/>
        <pc:sldMkLst>
          <pc:docMk/>
          <pc:sldMk cId="3499849992" sldId="288"/>
        </pc:sldMkLst>
        <pc:spChg chg="mod">
          <ac:chgData name="James Kagwe" userId="32aa7944-5975-403f-9cdb-57b36767b7d2" providerId="ADAL" clId="{90DAA996-3F3F-43AA-B146-546ACBCCAE3C}" dt="2025-11-13T11:32:37.265" v="1635" actId="1076"/>
          <ac:spMkLst>
            <pc:docMk/>
            <pc:sldMk cId="3499849992" sldId="288"/>
            <ac:spMk id="2" creationId="{9347E09A-9400-5A75-013C-9F61645B9C74}"/>
          </ac:spMkLst>
        </pc:spChg>
        <pc:spChg chg="del">
          <ac:chgData name="James Kagwe" userId="32aa7944-5975-403f-9cdb-57b36767b7d2" providerId="ADAL" clId="{90DAA996-3F3F-43AA-B146-546ACBCCAE3C}" dt="2025-11-13T11:24:07.885" v="1583" actId="478"/>
          <ac:spMkLst>
            <pc:docMk/>
            <pc:sldMk cId="3499849992" sldId="288"/>
            <ac:spMk id="3" creationId="{803E85F5-EDED-A5F1-35A4-29277D8DCEA0}"/>
          </ac:spMkLst>
        </pc:spChg>
        <pc:spChg chg="add mod">
          <ac:chgData name="James Kagwe" userId="32aa7944-5975-403f-9cdb-57b36767b7d2" providerId="ADAL" clId="{90DAA996-3F3F-43AA-B146-546ACBCCAE3C}" dt="2025-11-13T11:29:18.042" v="1621" actId="1076"/>
          <ac:spMkLst>
            <pc:docMk/>
            <pc:sldMk cId="3499849992" sldId="288"/>
            <ac:spMk id="6" creationId="{66B3477E-0277-63A8-C9E7-B9BB1DDC4532}"/>
          </ac:spMkLst>
        </pc:spChg>
        <pc:graphicFrameChg chg="add mod modGraphic">
          <ac:chgData name="James Kagwe" userId="32aa7944-5975-403f-9cdb-57b36767b7d2" providerId="ADAL" clId="{90DAA996-3F3F-43AA-B146-546ACBCCAE3C}" dt="2025-11-13T11:30:26.069" v="1632" actId="14100"/>
          <ac:graphicFrameMkLst>
            <pc:docMk/>
            <pc:sldMk cId="3499849992" sldId="288"/>
            <ac:graphicFrameMk id="7" creationId="{7236DEBD-9022-1C2B-4393-DEF3E0095277}"/>
          </ac:graphicFrameMkLst>
        </pc:graphicFrameChg>
        <pc:picChg chg="add mod">
          <ac:chgData name="James Kagwe" userId="32aa7944-5975-403f-9cdb-57b36767b7d2" providerId="ADAL" clId="{90DAA996-3F3F-43AA-B146-546ACBCCAE3C}" dt="2025-11-13T11:28:17.067" v="1615" actId="1076"/>
          <ac:picMkLst>
            <pc:docMk/>
            <pc:sldMk cId="3499849992" sldId="288"/>
            <ac:picMk id="5" creationId="{B4B802C2-C75A-FCA5-BFFE-03850052756D}"/>
          </ac:picMkLst>
        </pc:picChg>
      </pc:sldChg>
      <pc:sldChg chg="addSp delSp modSp new mod">
        <pc:chgData name="James Kagwe" userId="32aa7944-5975-403f-9cdb-57b36767b7d2" providerId="ADAL" clId="{90DAA996-3F3F-43AA-B146-546ACBCCAE3C}" dt="2025-11-13T11:07:56.891" v="1543" actId="1076"/>
        <pc:sldMkLst>
          <pc:docMk/>
          <pc:sldMk cId="1863157589" sldId="289"/>
        </pc:sldMkLst>
        <pc:spChg chg="mod">
          <ac:chgData name="James Kagwe" userId="32aa7944-5975-403f-9cdb-57b36767b7d2" providerId="ADAL" clId="{90DAA996-3F3F-43AA-B146-546ACBCCAE3C}" dt="2025-11-13T11:07:03.496" v="1481" actId="6549"/>
          <ac:spMkLst>
            <pc:docMk/>
            <pc:sldMk cId="1863157589" sldId="289"/>
            <ac:spMk id="2" creationId="{324B0FC2-5B8F-0A47-B0E2-6E7BCA1C5DA4}"/>
          </ac:spMkLst>
        </pc:spChg>
        <pc:spChg chg="del">
          <ac:chgData name="James Kagwe" userId="32aa7944-5975-403f-9cdb-57b36767b7d2" providerId="ADAL" clId="{90DAA996-3F3F-43AA-B146-546ACBCCAE3C}" dt="2025-11-13T10:51:03.071" v="1335" actId="478"/>
          <ac:spMkLst>
            <pc:docMk/>
            <pc:sldMk cId="1863157589" sldId="289"/>
            <ac:spMk id="3" creationId="{397C6405-6C43-A350-38CD-3E7908AE705A}"/>
          </ac:spMkLst>
        </pc:spChg>
        <pc:spChg chg="add mod">
          <ac:chgData name="James Kagwe" userId="32aa7944-5975-403f-9cdb-57b36767b7d2" providerId="ADAL" clId="{90DAA996-3F3F-43AA-B146-546ACBCCAE3C}" dt="2025-11-13T11:07:56.891" v="1543" actId="1076"/>
          <ac:spMkLst>
            <pc:docMk/>
            <pc:sldMk cId="1863157589" sldId="289"/>
            <ac:spMk id="6" creationId="{62677784-339A-A75E-4068-F1AD14293080}"/>
          </ac:spMkLst>
        </pc:spChg>
        <pc:picChg chg="add del mod">
          <ac:chgData name="James Kagwe" userId="32aa7944-5975-403f-9cdb-57b36767b7d2" providerId="ADAL" clId="{90DAA996-3F3F-43AA-B146-546ACBCCAE3C}" dt="2025-11-13T11:07:05.805" v="1482" actId="478"/>
          <ac:picMkLst>
            <pc:docMk/>
            <pc:sldMk cId="1863157589" sldId="289"/>
            <ac:picMk id="5" creationId="{6CEC857B-91F7-1997-D338-D0B8405E25F5}"/>
          </ac:picMkLst>
        </pc:picChg>
        <pc:picChg chg="add mod">
          <ac:chgData name="James Kagwe" userId="32aa7944-5975-403f-9cdb-57b36767b7d2" providerId="ADAL" clId="{90DAA996-3F3F-43AA-B146-546ACBCCAE3C}" dt="2025-11-13T11:07:16.449" v="1486" actId="14100"/>
          <ac:picMkLst>
            <pc:docMk/>
            <pc:sldMk cId="1863157589" sldId="289"/>
            <ac:picMk id="8" creationId="{74C34763-0F94-ED41-B5D6-797B0AC710C4}"/>
          </ac:picMkLst>
        </pc:picChg>
      </pc:sldChg>
      <pc:sldChg chg="addSp delSp modSp new mod">
        <pc:chgData name="James Kagwe" userId="32aa7944-5975-403f-9cdb-57b36767b7d2" providerId="ADAL" clId="{90DAA996-3F3F-43AA-B146-546ACBCCAE3C}" dt="2025-11-13T10:50:40.098" v="1334" actId="6549"/>
        <pc:sldMkLst>
          <pc:docMk/>
          <pc:sldMk cId="610890535" sldId="290"/>
        </pc:sldMkLst>
        <pc:spChg chg="mod">
          <ac:chgData name="James Kagwe" userId="32aa7944-5975-403f-9cdb-57b36767b7d2" providerId="ADAL" clId="{90DAA996-3F3F-43AA-B146-546ACBCCAE3C}" dt="2025-11-13T10:49:25.900" v="1263" actId="1076"/>
          <ac:spMkLst>
            <pc:docMk/>
            <pc:sldMk cId="610890535" sldId="290"/>
            <ac:spMk id="2" creationId="{6EC91C7E-C75C-BDC9-2B1E-248660F780DE}"/>
          </ac:spMkLst>
        </pc:spChg>
        <pc:spChg chg="del">
          <ac:chgData name="James Kagwe" userId="32aa7944-5975-403f-9cdb-57b36767b7d2" providerId="ADAL" clId="{90DAA996-3F3F-43AA-B146-546ACBCCAE3C}" dt="2025-11-13T10:48:35.693" v="1243" actId="478"/>
          <ac:spMkLst>
            <pc:docMk/>
            <pc:sldMk cId="610890535" sldId="290"/>
            <ac:spMk id="3" creationId="{CB34F066-1DA4-1426-07DC-379A93A45F1B}"/>
          </ac:spMkLst>
        </pc:spChg>
        <pc:spChg chg="add mod">
          <ac:chgData name="James Kagwe" userId="32aa7944-5975-403f-9cdb-57b36767b7d2" providerId="ADAL" clId="{90DAA996-3F3F-43AA-B146-546ACBCCAE3C}" dt="2025-11-13T10:50:40.098" v="1334" actId="6549"/>
          <ac:spMkLst>
            <pc:docMk/>
            <pc:sldMk cId="610890535" sldId="290"/>
            <ac:spMk id="6" creationId="{D2E24464-F6B0-2261-47A1-C9F594087D35}"/>
          </ac:spMkLst>
        </pc:spChg>
        <pc:picChg chg="add mod">
          <ac:chgData name="James Kagwe" userId="32aa7944-5975-403f-9cdb-57b36767b7d2" providerId="ADAL" clId="{90DAA996-3F3F-43AA-B146-546ACBCCAE3C}" dt="2025-11-13T10:49:30.925" v="1264" actId="14100"/>
          <ac:picMkLst>
            <pc:docMk/>
            <pc:sldMk cId="610890535" sldId="290"/>
            <ac:picMk id="5" creationId="{3A07F94A-C518-49A0-078F-80C67BEEA88D}"/>
          </ac:picMkLst>
        </pc:picChg>
      </pc:sldChg>
      <pc:sldChg chg="addSp delSp modSp new mod">
        <pc:chgData name="James Kagwe" userId="32aa7944-5975-403f-9cdb-57b36767b7d2" providerId="ADAL" clId="{90DAA996-3F3F-43AA-B146-546ACBCCAE3C}" dt="2025-11-13T11:09:07.140" v="1582" actId="20577"/>
        <pc:sldMkLst>
          <pc:docMk/>
          <pc:sldMk cId="2761641406" sldId="291"/>
        </pc:sldMkLst>
        <pc:spChg chg="del">
          <ac:chgData name="James Kagwe" userId="32aa7944-5975-403f-9cdb-57b36767b7d2" providerId="ADAL" clId="{90DAA996-3F3F-43AA-B146-546ACBCCAE3C}" dt="2025-11-13T11:08:13.926" v="1545" actId="478"/>
          <ac:spMkLst>
            <pc:docMk/>
            <pc:sldMk cId="2761641406" sldId="291"/>
            <ac:spMk id="2" creationId="{14B014BB-0D96-B8E5-531D-DF3D03C07A87}"/>
          </ac:spMkLst>
        </pc:spChg>
        <pc:spChg chg="del">
          <ac:chgData name="James Kagwe" userId="32aa7944-5975-403f-9cdb-57b36767b7d2" providerId="ADAL" clId="{90DAA996-3F3F-43AA-B146-546ACBCCAE3C}" dt="2025-11-13T11:08:15.808" v="1546" actId="478"/>
          <ac:spMkLst>
            <pc:docMk/>
            <pc:sldMk cId="2761641406" sldId="291"/>
            <ac:spMk id="3" creationId="{C9304BBF-AB14-D5F2-BA8C-7F59828E97C5}"/>
          </ac:spMkLst>
        </pc:spChg>
        <pc:spChg chg="add mod">
          <ac:chgData name="James Kagwe" userId="32aa7944-5975-403f-9cdb-57b36767b7d2" providerId="ADAL" clId="{90DAA996-3F3F-43AA-B146-546ACBCCAE3C}" dt="2025-11-13T11:08:52.875" v="1567" actId="20577"/>
          <ac:spMkLst>
            <pc:docMk/>
            <pc:sldMk cId="2761641406" sldId="291"/>
            <ac:spMk id="6" creationId="{1F1E353C-0AE4-9FF4-7996-342E2DEC7779}"/>
          </ac:spMkLst>
        </pc:spChg>
        <pc:spChg chg="add mod">
          <ac:chgData name="James Kagwe" userId="32aa7944-5975-403f-9cdb-57b36767b7d2" providerId="ADAL" clId="{90DAA996-3F3F-43AA-B146-546ACBCCAE3C}" dt="2025-11-13T11:09:07.140" v="1582" actId="20577"/>
          <ac:spMkLst>
            <pc:docMk/>
            <pc:sldMk cId="2761641406" sldId="291"/>
            <ac:spMk id="7" creationId="{4B06C080-97F6-704A-B7E7-B67961576D82}"/>
          </ac:spMkLst>
        </pc:spChg>
        <pc:picChg chg="add mod">
          <ac:chgData name="James Kagwe" userId="32aa7944-5975-403f-9cdb-57b36767b7d2" providerId="ADAL" clId="{90DAA996-3F3F-43AA-B146-546ACBCCAE3C}" dt="2025-11-13T11:08:26.997" v="1550" actId="14100"/>
          <ac:picMkLst>
            <pc:docMk/>
            <pc:sldMk cId="2761641406" sldId="291"/>
            <ac:picMk id="5" creationId="{62FBDC83-9980-5B3C-9B56-21476B87E537}"/>
          </ac:picMkLst>
        </pc:picChg>
      </pc:sldChg>
      <pc:sldChg chg="modSp new mod ord">
        <pc:chgData name="James Kagwe" userId="32aa7944-5975-403f-9cdb-57b36767b7d2" providerId="ADAL" clId="{90DAA996-3F3F-43AA-B146-546ACBCCAE3C}" dt="2025-11-13T12:54:48.753" v="2079"/>
        <pc:sldMkLst>
          <pc:docMk/>
          <pc:sldMk cId="333131816" sldId="292"/>
        </pc:sldMkLst>
        <pc:spChg chg="mod">
          <ac:chgData name="James Kagwe" userId="32aa7944-5975-403f-9cdb-57b36767b7d2" providerId="ADAL" clId="{90DAA996-3F3F-43AA-B146-546ACBCCAE3C}" dt="2025-11-13T11:55:27.532" v="1689" actId="1076"/>
          <ac:spMkLst>
            <pc:docMk/>
            <pc:sldMk cId="333131816" sldId="292"/>
            <ac:spMk id="2" creationId="{2DBFD5AA-9899-F3A8-1342-1EA9E923D151}"/>
          </ac:spMkLst>
        </pc:spChg>
        <pc:spChg chg="mod">
          <ac:chgData name="James Kagwe" userId="32aa7944-5975-403f-9cdb-57b36767b7d2" providerId="ADAL" clId="{90DAA996-3F3F-43AA-B146-546ACBCCAE3C}" dt="2025-11-13T11:55:48.296" v="1692" actId="11"/>
          <ac:spMkLst>
            <pc:docMk/>
            <pc:sldMk cId="333131816" sldId="292"/>
            <ac:spMk id="3" creationId="{0158A57E-66B3-B13F-7054-0AC731EAFC6A}"/>
          </ac:spMkLst>
        </pc:spChg>
      </pc:sldChg>
      <pc:sldChg chg="addSp delSp modSp new mod">
        <pc:chgData name="James Kagwe" userId="32aa7944-5975-403f-9cdb-57b36767b7d2" providerId="ADAL" clId="{90DAA996-3F3F-43AA-B146-546ACBCCAE3C}" dt="2025-11-13T11:41:36.745" v="1671" actId="14100"/>
        <pc:sldMkLst>
          <pc:docMk/>
          <pc:sldMk cId="1228417570" sldId="293"/>
        </pc:sldMkLst>
        <pc:spChg chg="del">
          <ac:chgData name="James Kagwe" userId="32aa7944-5975-403f-9cdb-57b36767b7d2" providerId="ADAL" clId="{90DAA996-3F3F-43AA-B146-546ACBCCAE3C}" dt="2025-11-13T11:32:45.868" v="1636" actId="478"/>
          <ac:spMkLst>
            <pc:docMk/>
            <pc:sldMk cId="1228417570" sldId="293"/>
            <ac:spMk id="2" creationId="{3C6BE2DD-BA08-1F37-E21A-B4E19BA07CBD}"/>
          </ac:spMkLst>
        </pc:spChg>
        <pc:spChg chg="del">
          <ac:chgData name="James Kagwe" userId="32aa7944-5975-403f-9cdb-57b36767b7d2" providerId="ADAL" clId="{90DAA996-3F3F-43AA-B146-546ACBCCAE3C}" dt="2025-11-13T11:32:54.220" v="1640" actId="478"/>
          <ac:spMkLst>
            <pc:docMk/>
            <pc:sldMk cId="1228417570" sldId="293"/>
            <ac:spMk id="3" creationId="{569B9706-E222-AAE6-763E-6C473A765623}"/>
          </ac:spMkLst>
        </pc:spChg>
        <pc:spChg chg="add mod">
          <ac:chgData name="James Kagwe" userId="32aa7944-5975-403f-9cdb-57b36767b7d2" providerId="ADAL" clId="{90DAA996-3F3F-43AA-B146-546ACBCCAE3C}" dt="2025-11-13T11:32:50.663" v="1639" actId="20577"/>
          <ac:spMkLst>
            <pc:docMk/>
            <pc:sldMk cId="1228417570" sldId="293"/>
            <ac:spMk id="4" creationId="{CB2C47D9-3C4D-1855-6E97-57C654B1372F}"/>
          </ac:spMkLst>
        </pc:spChg>
        <pc:spChg chg="add mod">
          <ac:chgData name="James Kagwe" userId="32aa7944-5975-403f-9cdb-57b36767b7d2" providerId="ADAL" clId="{90DAA996-3F3F-43AA-B146-546ACBCCAE3C}" dt="2025-11-13T11:39:47.239" v="1650" actId="1076"/>
          <ac:spMkLst>
            <pc:docMk/>
            <pc:sldMk cId="1228417570" sldId="293"/>
            <ac:spMk id="8" creationId="{2B800F62-8C5F-0E44-D793-E955B53C10A4}"/>
          </ac:spMkLst>
        </pc:spChg>
        <pc:spChg chg="add del mod">
          <ac:chgData name="James Kagwe" userId="32aa7944-5975-403f-9cdb-57b36767b7d2" providerId="ADAL" clId="{90DAA996-3F3F-43AA-B146-546ACBCCAE3C}" dt="2025-11-13T11:40:27.391" v="1654" actId="478"/>
          <ac:spMkLst>
            <pc:docMk/>
            <pc:sldMk cId="1228417570" sldId="293"/>
            <ac:spMk id="10" creationId="{D464CD17-F747-E1A3-C849-ECBCDB689E92}"/>
          </ac:spMkLst>
        </pc:spChg>
        <pc:graphicFrameChg chg="add mod modGraphic">
          <ac:chgData name="James Kagwe" userId="32aa7944-5975-403f-9cdb-57b36767b7d2" providerId="ADAL" clId="{90DAA996-3F3F-43AA-B146-546ACBCCAE3C}" dt="2025-11-13T11:41:36.745" v="1671" actId="14100"/>
          <ac:graphicFrameMkLst>
            <pc:docMk/>
            <pc:sldMk cId="1228417570" sldId="293"/>
            <ac:graphicFrameMk id="11" creationId="{686C965A-2F5E-8870-A7F8-20B041C38726}"/>
          </ac:graphicFrameMkLst>
        </pc:graphicFrameChg>
        <pc:picChg chg="add mod">
          <ac:chgData name="James Kagwe" userId="32aa7944-5975-403f-9cdb-57b36767b7d2" providerId="ADAL" clId="{90DAA996-3F3F-43AA-B146-546ACBCCAE3C}" dt="2025-11-13T11:37:50.646" v="1646" actId="14100"/>
          <ac:picMkLst>
            <pc:docMk/>
            <pc:sldMk cId="1228417570" sldId="293"/>
            <ac:picMk id="6" creationId="{24D72AB1-8E4E-3CD3-7D99-F7D53FBDE43C}"/>
          </ac:picMkLst>
        </pc:picChg>
      </pc:sldChg>
      <pc:sldChg chg="addSp delSp modSp new mod">
        <pc:chgData name="James Kagwe" userId="32aa7944-5975-403f-9cdb-57b36767b7d2" providerId="ADAL" clId="{90DAA996-3F3F-43AA-B146-546ACBCCAE3C}" dt="2025-11-13T12:02:38.326" v="1726" actId="1076"/>
        <pc:sldMkLst>
          <pc:docMk/>
          <pc:sldMk cId="3361059682" sldId="294"/>
        </pc:sldMkLst>
        <pc:spChg chg="mod">
          <ac:chgData name="James Kagwe" userId="32aa7944-5975-403f-9cdb-57b36767b7d2" providerId="ADAL" clId="{90DAA996-3F3F-43AA-B146-546ACBCCAE3C}" dt="2025-11-13T11:58:37.397" v="1702"/>
          <ac:spMkLst>
            <pc:docMk/>
            <pc:sldMk cId="3361059682" sldId="294"/>
            <ac:spMk id="2" creationId="{1AD049BF-F38B-8325-5405-43A227D76D26}"/>
          </ac:spMkLst>
        </pc:spChg>
        <pc:spChg chg="del">
          <ac:chgData name="James Kagwe" userId="32aa7944-5975-403f-9cdb-57b36767b7d2" providerId="ADAL" clId="{90DAA996-3F3F-43AA-B146-546ACBCCAE3C}" dt="2025-11-13T11:57:45.931" v="1697" actId="478"/>
          <ac:spMkLst>
            <pc:docMk/>
            <pc:sldMk cId="3361059682" sldId="294"/>
            <ac:spMk id="3" creationId="{826A7887-37CA-06CF-C55A-7E73FF291048}"/>
          </ac:spMkLst>
        </pc:spChg>
        <pc:spChg chg="add mod">
          <ac:chgData name="James Kagwe" userId="32aa7944-5975-403f-9cdb-57b36767b7d2" providerId="ADAL" clId="{90DAA996-3F3F-43AA-B146-546ACBCCAE3C}" dt="2025-11-13T12:02:33.731" v="1725" actId="255"/>
          <ac:spMkLst>
            <pc:docMk/>
            <pc:sldMk cId="3361059682" sldId="294"/>
            <ac:spMk id="7" creationId="{C68BEB5D-FD4A-E391-BE82-19B354584A70}"/>
          </ac:spMkLst>
        </pc:spChg>
        <pc:graphicFrameChg chg="add mod modGraphic">
          <ac:chgData name="James Kagwe" userId="32aa7944-5975-403f-9cdb-57b36767b7d2" providerId="ADAL" clId="{90DAA996-3F3F-43AA-B146-546ACBCCAE3C}" dt="2025-11-13T12:02:38.326" v="1726" actId="1076"/>
          <ac:graphicFrameMkLst>
            <pc:docMk/>
            <pc:sldMk cId="3361059682" sldId="294"/>
            <ac:graphicFrameMk id="8" creationId="{92767A27-D470-6B8A-53A1-508557B150D7}"/>
          </ac:graphicFrameMkLst>
        </pc:graphicFrameChg>
        <pc:picChg chg="add mod">
          <ac:chgData name="James Kagwe" userId="32aa7944-5975-403f-9cdb-57b36767b7d2" providerId="ADAL" clId="{90DAA996-3F3F-43AA-B146-546ACBCCAE3C}" dt="2025-11-13T11:58:47.321" v="1703" actId="1076"/>
          <ac:picMkLst>
            <pc:docMk/>
            <pc:sldMk cId="3361059682" sldId="294"/>
            <ac:picMk id="5" creationId="{72238482-586A-755C-BFD9-882F661076CA}"/>
          </ac:picMkLst>
        </pc:picChg>
      </pc:sldChg>
      <pc:sldChg chg="addSp delSp modSp new mod ord">
        <pc:chgData name="James Kagwe" userId="32aa7944-5975-403f-9cdb-57b36767b7d2" providerId="ADAL" clId="{90DAA996-3F3F-43AA-B146-546ACBCCAE3C}" dt="2025-11-13T12:24:28.314" v="1908" actId="14100"/>
        <pc:sldMkLst>
          <pc:docMk/>
          <pc:sldMk cId="3089340753" sldId="295"/>
        </pc:sldMkLst>
        <pc:spChg chg="del">
          <ac:chgData name="James Kagwe" userId="32aa7944-5975-403f-9cdb-57b36767b7d2" providerId="ADAL" clId="{90DAA996-3F3F-43AA-B146-546ACBCCAE3C}" dt="2025-11-13T12:20:39.334" v="1874" actId="478"/>
          <ac:spMkLst>
            <pc:docMk/>
            <pc:sldMk cId="3089340753" sldId="295"/>
            <ac:spMk id="2" creationId="{3C783F0B-0371-16FC-BEE8-191ED7F56844}"/>
          </ac:spMkLst>
        </pc:spChg>
        <pc:spChg chg="del">
          <ac:chgData name="James Kagwe" userId="32aa7944-5975-403f-9cdb-57b36767b7d2" providerId="ADAL" clId="{90DAA996-3F3F-43AA-B146-546ACBCCAE3C}" dt="2025-11-13T12:21:08.530" v="1902" actId="478"/>
          <ac:spMkLst>
            <pc:docMk/>
            <pc:sldMk cId="3089340753" sldId="295"/>
            <ac:spMk id="3" creationId="{73D57337-B574-7D8E-0FB5-C94CAC48DB1C}"/>
          </ac:spMkLst>
        </pc:spChg>
        <pc:spChg chg="add mod">
          <ac:chgData name="James Kagwe" userId="32aa7944-5975-403f-9cdb-57b36767b7d2" providerId="ADAL" clId="{90DAA996-3F3F-43AA-B146-546ACBCCAE3C}" dt="2025-11-13T12:21:04.656" v="1901" actId="20577"/>
          <ac:spMkLst>
            <pc:docMk/>
            <pc:sldMk cId="3089340753" sldId="295"/>
            <ac:spMk id="4" creationId="{04B8C41F-7BD5-8775-4F94-037AC9EB65D1}"/>
          </ac:spMkLst>
        </pc:spChg>
        <pc:picChg chg="add mod">
          <ac:chgData name="James Kagwe" userId="32aa7944-5975-403f-9cdb-57b36767b7d2" providerId="ADAL" clId="{90DAA996-3F3F-43AA-B146-546ACBCCAE3C}" dt="2025-11-13T12:24:28.314" v="1908" actId="14100"/>
          <ac:picMkLst>
            <pc:docMk/>
            <pc:sldMk cId="3089340753" sldId="295"/>
            <ac:picMk id="6" creationId="{82DB3484-0CFA-367F-4FA4-2795CC4158DA}"/>
          </ac:picMkLst>
        </pc:picChg>
      </pc:sldChg>
      <pc:sldChg chg="addSp delSp modSp new mod ord">
        <pc:chgData name="James Kagwe" userId="32aa7944-5975-403f-9cdb-57b36767b7d2" providerId="ADAL" clId="{90DAA996-3F3F-43AA-B146-546ACBCCAE3C}" dt="2025-11-13T12:15:13.758" v="1815" actId="14100"/>
        <pc:sldMkLst>
          <pc:docMk/>
          <pc:sldMk cId="3010376479" sldId="296"/>
        </pc:sldMkLst>
        <pc:spChg chg="mod">
          <ac:chgData name="James Kagwe" userId="32aa7944-5975-403f-9cdb-57b36767b7d2" providerId="ADAL" clId="{90DAA996-3F3F-43AA-B146-546ACBCCAE3C}" dt="2025-11-13T12:15:09" v="1813" actId="1076"/>
          <ac:spMkLst>
            <pc:docMk/>
            <pc:sldMk cId="3010376479" sldId="296"/>
            <ac:spMk id="2" creationId="{9A09843A-5C09-18E2-DFAF-706DB534110A}"/>
          </ac:spMkLst>
        </pc:spChg>
        <pc:spChg chg="del">
          <ac:chgData name="James Kagwe" userId="32aa7944-5975-403f-9cdb-57b36767b7d2" providerId="ADAL" clId="{90DAA996-3F3F-43AA-B146-546ACBCCAE3C}" dt="2025-11-13T12:11:03.940" v="1782" actId="478"/>
          <ac:spMkLst>
            <pc:docMk/>
            <pc:sldMk cId="3010376479" sldId="296"/>
            <ac:spMk id="3" creationId="{F4F09D75-CF2F-6472-A4DC-1C97865E8EED}"/>
          </ac:spMkLst>
        </pc:spChg>
        <pc:spChg chg="add del mod">
          <ac:chgData name="James Kagwe" userId="32aa7944-5975-403f-9cdb-57b36767b7d2" providerId="ADAL" clId="{90DAA996-3F3F-43AA-B146-546ACBCCAE3C}" dt="2025-11-13T12:14:53.920" v="1807" actId="478"/>
          <ac:spMkLst>
            <pc:docMk/>
            <pc:sldMk cId="3010376479" sldId="296"/>
            <ac:spMk id="7" creationId="{76C299A0-AA55-7FD4-8C3A-4C5D012AEFFD}"/>
          </ac:spMkLst>
        </pc:spChg>
        <pc:graphicFrameChg chg="add mod">
          <ac:chgData name="James Kagwe" userId="32aa7944-5975-403f-9cdb-57b36767b7d2" providerId="ADAL" clId="{90DAA996-3F3F-43AA-B146-546ACBCCAE3C}" dt="2025-11-13T12:14:11.590" v="1801"/>
          <ac:graphicFrameMkLst>
            <pc:docMk/>
            <pc:sldMk cId="3010376479" sldId="296"/>
            <ac:graphicFrameMk id="8" creationId="{68A0B3D2-5711-BB6E-C62E-E191B1BB1E81}"/>
          </ac:graphicFrameMkLst>
        </pc:graphicFrameChg>
        <pc:picChg chg="add mod">
          <ac:chgData name="James Kagwe" userId="32aa7944-5975-403f-9cdb-57b36767b7d2" providerId="ADAL" clId="{90DAA996-3F3F-43AA-B146-546ACBCCAE3C}" dt="2025-11-13T12:15:13.758" v="1815" actId="14100"/>
          <ac:picMkLst>
            <pc:docMk/>
            <pc:sldMk cId="3010376479" sldId="296"/>
            <ac:picMk id="5" creationId="{33B40406-DA99-DC17-70F0-AC3CD442A0F3}"/>
          </ac:picMkLst>
        </pc:picChg>
      </pc:sldChg>
      <pc:sldChg chg="addSp delSp modSp new mod">
        <pc:chgData name="James Kagwe" userId="32aa7944-5975-403f-9cdb-57b36767b7d2" providerId="ADAL" clId="{90DAA996-3F3F-43AA-B146-546ACBCCAE3C}" dt="2025-11-13T12:08:30.422" v="1777" actId="113"/>
        <pc:sldMkLst>
          <pc:docMk/>
          <pc:sldMk cId="2028010435" sldId="297"/>
        </pc:sldMkLst>
        <pc:spChg chg="mod">
          <ac:chgData name="James Kagwe" userId="32aa7944-5975-403f-9cdb-57b36767b7d2" providerId="ADAL" clId="{90DAA996-3F3F-43AA-B146-546ACBCCAE3C}" dt="2025-11-13T12:05:43.267" v="1742" actId="1076"/>
          <ac:spMkLst>
            <pc:docMk/>
            <pc:sldMk cId="2028010435" sldId="297"/>
            <ac:spMk id="2" creationId="{6677993C-9916-5A2E-AED2-439F158972A4}"/>
          </ac:spMkLst>
        </pc:spChg>
        <pc:spChg chg="del">
          <ac:chgData name="James Kagwe" userId="32aa7944-5975-403f-9cdb-57b36767b7d2" providerId="ADAL" clId="{90DAA996-3F3F-43AA-B146-546ACBCCAE3C}" dt="2025-11-13T12:04:05.682" v="1734" actId="478"/>
          <ac:spMkLst>
            <pc:docMk/>
            <pc:sldMk cId="2028010435" sldId="297"/>
            <ac:spMk id="3" creationId="{5D9BF99F-DF36-338E-24B0-7E3B043A2AA7}"/>
          </ac:spMkLst>
        </pc:spChg>
        <pc:spChg chg="add del mod">
          <ac:chgData name="James Kagwe" userId="32aa7944-5975-403f-9cdb-57b36767b7d2" providerId="ADAL" clId="{90DAA996-3F3F-43AA-B146-546ACBCCAE3C}" dt="2025-11-13T12:05:14.876" v="1737" actId="478"/>
          <ac:spMkLst>
            <pc:docMk/>
            <pc:sldMk cId="2028010435" sldId="297"/>
            <ac:spMk id="5" creationId="{0DB379F4-D0D1-466D-86F3-6D60C94F30FB}"/>
          </ac:spMkLst>
        </pc:spChg>
        <pc:spChg chg="add del">
          <ac:chgData name="James Kagwe" userId="32aa7944-5975-403f-9cdb-57b36767b7d2" providerId="ADAL" clId="{90DAA996-3F3F-43AA-B146-546ACBCCAE3C}" dt="2025-11-13T12:05:19.667" v="1739" actId="478"/>
          <ac:spMkLst>
            <pc:docMk/>
            <pc:sldMk cId="2028010435" sldId="297"/>
            <ac:spMk id="7" creationId="{0A3CEECB-5E85-CF26-918F-86EE6710B0D0}"/>
          </ac:spMkLst>
        </pc:spChg>
        <pc:spChg chg="add mod">
          <ac:chgData name="James Kagwe" userId="32aa7944-5975-403f-9cdb-57b36767b7d2" providerId="ADAL" clId="{90DAA996-3F3F-43AA-B146-546ACBCCAE3C}" dt="2025-11-13T12:08:30.422" v="1777" actId="113"/>
          <ac:spMkLst>
            <pc:docMk/>
            <pc:sldMk cId="2028010435" sldId="297"/>
            <ac:spMk id="9" creationId="{9337B1BA-5591-4C62-3B34-16F77270FA3C}"/>
          </ac:spMkLst>
        </pc:spChg>
      </pc:sldChg>
      <pc:sldChg chg="addSp delSp modSp new mod">
        <pc:chgData name="James Kagwe" userId="32aa7944-5975-403f-9cdb-57b36767b7d2" providerId="ADAL" clId="{90DAA996-3F3F-43AA-B146-546ACBCCAE3C}" dt="2025-11-13T12:19:37.125" v="1871" actId="1076"/>
        <pc:sldMkLst>
          <pc:docMk/>
          <pc:sldMk cId="3335034573" sldId="298"/>
        </pc:sldMkLst>
        <pc:spChg chg="del">
          <ac:chgData name="James Kagwe" userId="32aa7944-5975-403f-9cdb-57b36767b7d2" providerId="ADAL" clId="{90DAA996-3F3F-43AA-B146-546ACBCCAE3C}" dt="2025-11-13T12:15:27.048" v="1816" actId="478"/>
          <ac:spMkLst>
            <pc:docMk/>
            <pc:sldMk cId="3335034573" sldId="298"/>
            <ac:spMk id="2" creationId="{7293EBF0-C333-5E52-2902-C83D799AE17E}"/>
          </ac:spMkLst>
        </pc:spChg>
        <pc:spChg chg="del">
          <ac:chgData name="James Kagwe" userId="32aa7944-5975-403f-9cdb-57b36767b7d2" providerId="ADAL" clId="{90DAA996-3F3F-43AA-B146-546ACBCCAE3C}" dt="2025-11-13T12:14:26.749" v="1803"/>
          <ac:spMkLst>
            <pc:docMk/>
            <pc:sldMk cId="3335034573" sldId="298"/>
            <ac:spMk id="3" creationId="{2A36EFE9-46FF-EAB6-184E-C3AC3B595DE3}"/>
          </ac:spMkLst>
        </pc:spChg>
        <pc:spChg chg="add mod">
          <ac:chgData name="James Kagwe" userId="32aa7944-5975-403f-9cdb-57b36767b7d2" providerId="ADAL" clId="{90DAA996-3F3F-43AA-B146-546ACBCCAE3C}" dt="2025-11-13T12:15:58.219" v="1835" actId="20577"/>
          <ac:spMkLst>
            <pc:docMk/>
            <pc:sldMk cId="3335034573" sldId="298"/>
            <ac:spMk id="5" creationId="{F5CBF813-52FA-F43B-C448-9CBCDA5BF01E}"/>
          </ac:spMkLst>
        </pc:spChg>
        <pc:spChg chg="add mod">
          <ac:chgData name="James Kagwe" userId="32aa7944-5975-403f-9cdb-57b36767b7d2" providerId="ADAL" clId="{90DAA996-3F3F-43AA-B146-546ACBCCAE3C}" dt="2025-11-13T12:19:26.826" v="1869" actId="255"/>
          <ac:spMkLst>
            <pc:docMk/>
            <pc:sldMk cId="3335034573" sldId="298"/>
            <ac:spMk id="7" creationId="{A9416943-11B0-5111-EB69-840A42BFA6DA}"/>
          </ac:spMkLst>
        </pc:spChg>
        <pc:spChg chg="add mod">
          <ac:chgData name="James Kagwe" userId="32aa7944-5975-403f-9cdb-57b36767b7d2" providerId="ADAL" clId="{90DAA996-3F3F-43AA-B146-546ACBCCAE3C}" dt="2025-11-13T12:19:37.125" v="1871" actId="1076"/>
          <ac:spMkLst>
            <pc:docMk/>
            <pc:sldMk cId="3335034573" sldId="298"/>
            <ac:spMk id="9" creationId="{E17D552D-78BE-E8F8-FC32-19F57F3628EE}"/>
          </ac:spMkLst>
        </pc:spChg>
        <pc:graphicFrameChg chg="add mod modGraphic">
          <ac:chgData name="James Kagwe" userId="32aa7944-5975-403f-9cdb-57b36767b7d2" providerId="ADAL" clId="{90DAA996-3F3F-43AA-B146-546ACBCCAE3C}" dt="2025-11-13T12:19:30.644" v="1870" actId="1076"/>
          <ac:graphicFrameMkLst>
            <pc:docMk/>
            <pc:sldMk cId="3335034573" sldId="298"/>
            <ac:graphicFrameMk id="4" creationId="{B724F55B-2BE7-00CC-65C4-5BE5BC43B125}"/>
          </ac:graphicFrameMkLst>
        </pc:graphicFrameChg>
      </pc:sldChg>
      <pc:sldChg chg="addSp delSp modSp new mod ord setBg">
        <pc:chgData name="James Kagwe" userId="32aa7944-5975-403f-9cdb-57b36767b7d2" providerId="ADAL" clId="{90DAA996-3F3F-43AA-B146-546ACBCCAE3C}" dt="2025-11-13T12:28:57.742" v="1940" actId="255"/>
        <pc:sldMkLst>
          <pc:docMk/>
          <pc:sldMk cId="9127829" sldId="299"/>
        </pc:sldMkLst>
        <pc:spChg chg="mod">
          <ac:chgData name="James Kagwe" userId="32aa7944-5975-403f-9cdb-57b36767b7d2" providerId="ADAL" clId="{90DAA996-3F3F-43AA-B146-546ACBCCAE3C}" dt="2025-11-13T12:27:39.722" v="1923" actId="26606"/>
          <ac:spMkLst>
            <pc:docMk/>
            <pc:sldMk cId="9127829" sldId="299"/>
            <ac:spMk id="2" creationId="{3538961C-A635-DEDC-D61B-FA39D88CF902}"/>
          </ac:spMkLst>
        </pc:spChg>
        <pc:spChg chg="del">
          <ac:chgData name="James Kagwe" userId="32aa7944-5975-403f-9cdb-57b36767b7d2" providerId="ADAL" clId="{90DAA996-3F3F-43AA-B146-546ACBCCAE3C}" dt="2025-11-13T12:27:07.301" v="1919" actId="478"/>
          <ac:spMkLst>
            <pc:docMk/>
            <pc:sldMk cId="9127829" sldId="299"/>
            <ac:spMk id="3" creationId="{064442CA-4D14-7A45-1D26-38EDA9CA6022}"/>
          </ac:spMkLst>
        </pc:spChg>
        <pc:spChg chg="add mod">
          <ac:chgData name="James Kagwe" userId="32aa7944-5975-403f-9cdb-57b36767b7d2" providerId="ADAL" clId="{90DAA996-3F3F-43AA-B146-546ACBCCAE3C}" dt="2025-11-13T12:28:57.742" v="1940" actId="255"/>
          <ac:spMkLst>
            <pc:docMk/>
            <pc:sldMk cId="9127829" sldId="299"/>
            <ac:spMk id="4" creationId="{7293C9B1-2F36-78B5-E057-6E7FB0D00D64}"/>
          </ac:spMkLst>
        </pc:spChg>
        <pc:spChg chg="add">
          <ac:chgData name="James Kagwe" userId="32aa7944-5975-403f-9cdb-57b36767b7d2" providerId="ADAL" clId="{90DAA996-3F3F-43AA-B146-546ACBCCAE3C}" dt="2025-11-13T12:27:39.722" v="1923" actId="26606"/>
          <ac:spMkLst>
            <pc:docMk/>
            <pc:sldMk cId="9127829" sldId="299"/>
            <ac:spMk id="10" creationId="{F13C74B1-5B17-4795-BED0-7140497B445A}"/>
          </ac:spMkLst>
        </pc:spChg>
        <pc:spChg chg="add">
          <ac:chgData name="James Kagwe" userId="32aa7944-5975-403f-9cdb-57b36767b7d2" providerId="ADAL" clId="{90DAA996-3F3F-43AA-B146-546ACBCCAE3C}" dt="2025-11-13T12:27:39.722" v="1923" actId="26606"/>
          <ac:spMkLst>
            <pc:docMk/>
            <pc:sldMk cId="9127829" sldId="299"/>
            <ac:spMk id="12" creationId="{D4974D33-8DC5-464E-8C6D-BE58F0669C17}"/>
          </ac:spMkLst>
        </pc:spChg>
        <pc:picChg chg="add mod">
          <ac:chgData name="James Kagwe" userId="32aa7944-5975-403f-9cdb-57b36767b7d2" providerId="ADAL" clId="{90DAA996-3F3F-43AA-B146-546ACBCCAE3C}" dt="2025-11-13T12:27:39.722" v="1923" actId="26606"/>
          <ac:picMkLst>
            <pc:docMk/>
            <pc:sldMk cId="9127829" sldId="299"/>
            <ac:picMk id="5" creationId="{C10C6F9B-97FE-93EB-68C9-C12F0152BCD1}"/>
          </ac:picMkLst>
        </pc:picChg>
      </pc:sldChg>
      <pc:sldChg chg="addSp delSp modSp new mod">
        <pc:chgData name="James Kagwe" userId="32aa7944-5975-403f-9cdb-57b36767b7d2" providerId="ADAL" clId="{90DAA996-3F3F-43AA-B146-546ACBCCAE3C}" dt="2025-11-13T12:33:06.094" v="1983" actId="14734"/>
        <pc:sldMkLst>
          <pc:docMk/>
          <pc:sldMk cId="3055935505" sldId="300"/>
        </pc:sldMkLst>
        <pc:spChg chg="del">
          <ac:chgData name="James Kagwe" userId="32aa7944-5975-403f-9cdb-57b36767b7d2" providerId="ADAL" clId="{90DAA996-3F3F-43AA-B146-546ACBCCAE3C}" dt="2025-11-13T12:31:37.667" v="1958" actId="478"/>
          <ac:spMkLst>
            <pc:docMk/>
            <pc:sldMk cId="3055935505" sldId="300"/>
            <ac:spMk id="2" creationId="{81218540-A4C1-94C9-A601-697F7A1B5CED}"/>
          </ac:spMkLst>
        </pc:spChg>
        <pc:spChg chg="del">
          <ac:chgData name="James Kagwe" userId="32aa7944-5975-403f-9cdb-57b36767b7d2" providerId="ADAL" clId="{90DAA996-3F3F-43AA-B146-546ACBCCAE3C}" dt="2025-11-13T12:30:25.949" v="1942" actId="478"/>
          <ac:spMkLst>
            <pc:docMk/>
            <pc:sldMk cId="3055935505" sldId="300"/>
            <ac:spMk id="3" creationId="{7AFB6470-F9EA-CE3F-C5A4-C532D220C56A}"/>
          </ac:spMkLst>
        </pc:spChg>
        <pc:spChg chg="add mod">
          <ac:chgData name="James Kagwe" userId="32aa7944-5975-403f-9cdb-57b36767b7d2" providerId="ADAL" clId="{90DAA996-3F3F-43AA-B146-546ACBCCAE3C}" dt="2025-11-13T12:31:53.275" v="1974" actId="20577"/>
          <ac:spMkLst>
            <pc:docMk/>
            <pc:sldMk cId="3055935505" sldId="300"/>
            <ac:spMk id="5" creationId="{AAEA7503-D8E4-CFD8-3F1B-8ED3FEE94F5D}"/>
          </ac:spMkLst>
        </pc:spChg>
        <pc:spChg chg="add mod">
          <ac:chgData name="James Kagwe" userId="32aa7944-5975-403f-9cdb-57b36767b7d2" providerId="ADAL" clId="{90DAA996-3F3F-43AA-B146-546ACBCCAE3C}" dt="2025-11-13T12:32:42.852" v="1979" actId="14100"/>
          <ac:spMkLst>
            <pc:docMk/>
            <pc:sldMk cId="3055935505" sldId="300"/>
            <ac:spMk id="7" creationId="{5E87FC5F-A233-CEF6-D433-237104026F1A}"/>
          </ac:spMkLst>
        </pc:spChg>
        <pc:graphicFrameChg chg="add mod modGraphic">
          <ac:chgData name="James Kagwe" userId="32aa7944-5975-403f-9cdb-57b36767b7d2" providerId="ADAL" clId="{90DAA996-3F3F-43AA-B146-546ACBCCAE3C}" dt="2025-11-13T12:33:06.094" v="1983" actId="14734"/>
          <ac:graphicFrameMkLst>
            <pc:docMk/>
            <pc:sldMk cId="3055935505" sldId="300"/>
            <ac:graphicFrameMk id="4" creationId="{66E1660D-E7A9-A88F-6423-CE6A4014600A}"/>
          </ac:graphicFrameMkLst>
        </pc:graphicFrameChg>
      </pc:sldChg>
      <pc:sldChg chg="addSp delSp modSp new mod">
        <pc:chgData name="James Kagwe" userId="32aa7944-5975-403f-9cdb-57b36767b7d2" providerId="ADAL" clId="{90DAA996-3F3F-43AA-B146-546ACBCCAE3C}" dt="2025-11-13T12:49:56.588" v="2036" actId="14100"/>
        <pc:sldMkLst>
          <pc:docMk/>
          <pc:sldMk cId="4125673905" sldId="301"/>
        </pc:sldMkLst>
        <pc:spChg chg="mod">
          <ac:chgData name="James Kagwe" userId="32aa7944-5975-403f-9cdb-57b36767b7d2" providerId="ADAL" clId="{90DAA996-3F3F-43AA-B146-546ACBCCAE3C}" dt="2025-11-13T12:49:56.588" v="2036" actId="14100"/>
          <ac:spMkLst>
            <pc:docMk/>
            <pc:sldMk cId="4125673905" sldId="301"/>
            <ac:spMk id="2" creationId="{9B03C094-D18D-8774-6EED-814D36F595EA}"/>
          </ac:spMkLst>
        </pc:spChg>
        <pc:spChg chg="del">
          <ac:chgData name="James Kagwe" userId="32aa7944-5975-403f-9cdb-57b36767b7d2" providerId="ADAL" clId="{90DAA996-3F3F-43AA-B146-546ACBCCAE3C}" dt="2025-11-13T12:40:55.690" v="2001" actId="478"/>
          <ac:spMkLst>
            <pc:docMk/>
            <pc:sldMk cId="4125673905" sldId="301"/>
            <ac:spMk id="3" creationId="{EF14C7A5-7ECB-0DB2-3353-5E30285A6FEB}"/>
          </ac:spMkLst>
        </pc:spChg>
        <pc:spChg chg="add mod">
          <ac:chgData name="James Kagwe" userId="32aa7944-5975-403f-9cdb-57b36767b7d2" providerId="ADAL" clId="{90DAA996-3F3F-43AA-B146-546ACBCCAE3C}" dt="2025-11-13T12:49:01.736" v="2032" actId="14100"/>
          <ac:spMkLst>
            <pc:docMk/>
            <pc:sldMk cId="4125673905" sldId="301"/>
            <ac:spMk id="6" creationId="{E0BE9F46-20BF-5420-DCFC-868F9157E9D2}"/>
          </ac:spMkLst>
        </pc:spChg>
        <pc:graphicFrameChg chg="add mod modGraphic">
          <ac:chgData name="James Kagwe" userId="32aa7944-5975-403f-9cdb-57b36767b7d2" providerId="ADAL" clId="{90DAA996-3F3F-43AA-B146-546ACBCCAE3C}" dt="2025-11-13T12:49:35.097" v="2035" actId="14734"/>
          <ac:graphicFrameMkLst>
            <pc:docMk/>
            <pc:sldMk cId="4125673905" sldId="301"/>
            <ac:graphicFrameMk id="4" creationId="{95C66A42-926E-99D4-0B48-1BA8011F9501}"/>
          </ac:graphicFrameMkLst>
        </pc:graphicFrameChg>
      </pc:sldChg>
      <pc:sldChg chg="addSp delSp modSp new mod">
        <pc:chgData name="James Kagwe" userId="32aa7944-5975-403f-9cdb-57b36767b7d2" providerId="ADAL" clId="{90DAA996-3F3F-43AA-B146-546ACBCCAE3C}" dt="2025-11-13T12:57:57.471" v="2082" actId="14734"/>
        <pc:sldMkLst>
          <pc:docMk/>
          <pc:sldMk cId="297700453" sldId="302"/>
        </pc:sldMkLst>
        <pc:spChg chg="del">
          <ac:chgData name="James Kagwe" userId="32aa7944-5975-403f-9cdb-57b36767b7d2" providerId="ADAL" clId="{90DAA996-3F3F-43AA-B146-546ACBCCAE3C}" dt="2025-11-13T12:52:31.029" v="2065" actId="478"/>
          <ac:spMkLst>
            <pc:docMk/>
            <pc:sldMk cId="297700453" sldId="302"/>
            <ac:spMk id="2" creationId="{7FAA9453-E782-88F2-5F73-30B5DD13F0B7}"/>
          </ac:spMkLst>
        </pc:spChg>
        <pc:spChg chg="del">
          <ac:chgData name="James Kagwe" userId="32aa7944-5975-403f-9cdb-57b36767b7d2" providerId="ADAL" clId="{90DAA996-3F3F-43AA-B146-546ACBCCAE3C}" dt="2025-11-13T12:52:57.843" v="2068" actId="478"/>
          <ac:spMkLst>
            <pc:docMk/>
            <pc:sldMk cId="297700453" sldId="302"/>
            <ac:spMk id="3" creationId="{0C623A35-4A9B-8958-362E-CAF8BEF52D8B}"/>
          </ac:spMkLst>
        </pc:spChg>
        <pc:spChg chg="add mod">
          <ac:chgData name="James Kagwe" userId="32aa7944-5975-403f-9cdb-57b36767b7d2" providerId="ADAL" clId="{90DAA996-3F3F-43AA-B146-546ACBCCAE3C}" dt="2025-11-13T12:52:33.024" v="2066"/>
          <ac:spMkLst>
            <pc:docMk/>
            <pc:sldMk cId="297700453" sldId="302"/>
            <ac:spMk id="4" creationId="{C115998A-3263-D455-1473-8FD809DEE93D}"/>
          </ac:spMkLst>
        </pc:spChg>
        <pc:spChg chg="add mod">
          <ac:chgData name="James Kagwe" userId="32aa7944-5975-403f-9cdb-57b36767b7d2" providerId="ADAL" clId="{90DAA996-3F3F-43AA-B146-546ACBCCAE3C}" dt="2025-11-13T12:52:47.370" v="2067"/>
          <ac:spMkLst>
            <pc:docMk/>
            <pc:sldMk cId="297700453" sldId="302"/>
            <ac:spMk id="5" creationId="{A5DA1FD2-AF00-13A9-036A-D9AB305F10E8}"/>
          </ac:spMkLst>
        </pc:spChg>
        <pc:graphicFrameChg chg="add mod modGraphic">
          <ac:chgData name="James Kagwe" userId="32aa7944-5975-403f-9cdb-57b36767b7d2" providerId="ADAL" clId="{90DAA996-3F3F-43AA-B146-546ACBCCAE3C}" dt="2025-11-13T12:57:57.471" v="2082" actId="14734"/>
          <ac:graphicFrameMkLst>
            <pc:docMk/>
            <pc:sldMk cId="297700453" sldId="302"/>
            <ac:graphicFrameMk id="6" creationId="{24B671F2-EC34-ABD1-2499-CA060DB9BEAF}"/>
          </ac:graphicFrameMkLst>
        </pc:graphicFrameChg>
      </pc:sldChg>
      <pc:sldChg chg="addSp delSp modSp new mod">
        <pc:chgData name="James Kagwe" userId="32aa7944-5975-403f-9cdb-57b36767b7d2" providerId="ADAL" clId="{90DAA996-3F3F-43AA-B146-546ACBCCAE3C}" dt="2025-11-13T12:52:15.721" v="2064" actId="5793"/>
        <pc:sldMkLst>
          <pc:docMk/>
          <pc:sldMk cId="1619426019" sldId="303"/>
        </pc:sldMkLst>
        <pc:spChg chg="del">
          <ac:chgData name="James Kagwe" userId="32aa7944-5975-403f-9cdb-57b36767b7d2" providerId="ADAL" clId="{90DAA996-3F3F-43AA-B146-546ACBCCAE3C}" dt="2025-11-13T12:50:08.936" v="2037" actId="478"/>
          <ac:spMkLst>
            <pc:docMk/>
            <pc:sldMk cId="1619426019" sldId="303"/>
            <ac:spMk id="2" creationId="{3E21AB49-6664-5C1E-C3EC-A7E7277F3E4C}"/>
          </ac:spMkLst>
        </pc:spChg>
        <pc:spChg chg="del">
          <ac:chgData name="James Kagwe" userId="32aa7944-5975-403f-9cdb-57b36767b7d2" providerId="ADAL" clId="{90DAA996-3F3F-43AA-B146-546ACBCCAE3C}" dt="2025-11-13T12:50:17.311" v="2039" actId="478"/>
          <ac:spMkLst>
            <pc:docMk/>
            <pc:sldMk cId="1619426019" sldId="303"/>
            <ac:spMk id="3" creationId="{310B49E9-8CCE-DFA6-833E-52A68388561F}"/>
          </ac:spMkLst>
        </pc:spChg>
        <pc:spChg chg="add mod">
          <ac:chgData name="James Kagwe" userId="32aa7944-5975-403f-9cdb-57b36767b7d2" providerId="ADAL" clId="{90DAA996-3F3F-43AA-B146-546ACBCCAE3C}" dt="2025-11-13T12:52:15.721" v="2064" actId="5793"/>
          <ac:spMkLst>
            <pc:docMk/>
            <pc:sldMk cId="1619426019" sldId="303"/>
            <ac:spMk id="4" creationId="{5F4A7AC8-961C-8207-BDA5-B85F064BCD36}"/>
          </ac:spMkLst>
        </pc:spChg>
        <pc:spChg chg="add mod">
          <ac:chgData name="James Kagwe" userId="32aa7944-5975-403f-9cdb-57b36767b7d2" providerId="ADAL" clId="{90DAA996-3F3F-43AA-B146-546ACBCCAE3C}" dt="2025-11-13T12:51:54.415" v="2052" actId="1076"/>
          <ac:spMkLst>
            <pc:docMk/>
            <pc:sldMk cId="1619426019" sldId="303"/>
            <ac:spMk id="7" creationId="{03E47501-A7C3-3E58-D8FF-D670B27095C4}"/>
          </ac:spMkLst>
        </pc:spChg>
        <pc:graphicFrameChg chg="add mod modGraphic">
          <ac:chgData name="James Kagwe" userId="32aa7944-5975-403f-9cdb-57b36767b7d2" providerId="ADAL" clId="{90DAA996-3F3F-43AA-B146-546ACBCCAE3C}" dt="2025-11-13T12:51:06.767" v="2046" actId="14100"/>
          <ac:graphicFrameMkLst>
            <pc:docMk/>
            <pc:sldMk cId="1619426019" sldId="303"/>
            <ac:graphicFrameMk id="5" creationId="{D89F30E2-337C-32F6-4D0F-5FDC474301FF}"/>
          </ac:graphicFrameMkLst>
        </pc:graphicFrame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610C8-EF60-87B1-73CE-3CF57ACA70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740B07-96DA-4394-EC6E-A04EE4D718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F65B8F-DC2A-AE7D-5B5D-8F7802530B5D}"/>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5" name="Footer Placeholder 4">
            <a:extLst>
              <a:ext uri="{FF2B5EF4-FFF2-40B4-BE49-F238E27FC236}">
                <a16:creationId xmlns:a16="http://schemas.microsoft.com/office/drawing/2014/main" id="{63ABF195-D75C-1C2A-F14E-E52A2D8FF3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8390A8-CD0B-0F74-0273-7598EC482077}"/>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1815181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8761E-1C48-9D2F-4E38-4C0EA55EB53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D5460D-97D0-B045-7180-F63F269B6D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2A7015-BEE1-3579-5EE9-FDEA21739365}"/>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5" name="Footer Placeholder 4">
            <a:extLst>
              <a:ext uri="{FF2B5EF4-FFF2-40B4-BE49-F238E27FC236}">
                <a16:creationId xmlns:a16="http://schemas.microsoft.com/office/drawing/2014/main" id="{37AC71EF-562A-BB1B-8E7B-1925CE79A9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F2E669-2F39-29BC-24AA-11D28BC62CDA}"/>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12707808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58D8-E2F5-188A-58DF-220C217B48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0C8101-46B4-6AE4-DD2B-58BA7F7AEC3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0B107A-39FF-64A1-66C9-EF8C21D90CE7}"/>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5" name="Footer Placeholder 4">
            <a:extLst>
              <a:ext uri="{FF2B5EF4-FFF2-40B4-BE49-F238E27FC236}">
                <a16:creationId xmlns:a16="http://schemas.microsoft.com/office/drawing/2014/main" id="{8EB97046-211C-C113-53AD-F25F40F36F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597B8A-BE1A-5775-68FE-A2883E5A240B}"/>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14462426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F028C-58E3-E66E-A8A7-FABE2E774B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CF719E-8DD3-0B4B-1DA9-0CE11EF010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E3574E-2542-E301-5C16-C5D7E05FB33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F78A66-9383-3E1B-2A6C-DC7818A93E1C}"/>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6" name="Footer Placeholder 5">
            <a:extLst>
              <a:ext uri="{FF2B5EF4-FFF2-40B4-BE49-F238E27FC236}">
                <a16:creationId xmlns:a16="http://schemas.microsoft.com/office/drawing/2014/main" id="{15B5270C-EC52-7EB2-0EC9-58655611B78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58CF58-6942-5275-F950-0E433DFF6EEF}"/>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1746693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07A7-2918-83E6-07AE-173944E553F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FF1598D-3034-6E01-B713-512B2B182F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E194D41-BE2E-A071-9F08-04A9694A91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47F7F60-0787-B163-365B-5F4B52DC30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738937-6E6A-E60F-61C3-8A98112812F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6E3F6B3-FF48-B814-AAC1-E5C31084C1E9}"/>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8" name="Footer Placeholder 7">
            <a:extLst>
              <a:ext uri="{FF2B5EF4-FFF2-40B4-BE49-F238E27FC236}">
                <a16:creationId xmlns:a16="http://schemas.microsoft.com/office/drawing/2014/main" id="{62321689-8EE4-69D2-6E02-D5C543DC9CD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EC44FA-2EA8-AE53-AE57-D1D4FD9848BF}"/>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3480910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1EA1E-A4C6-2EE0-9A51-60BFC8A3B1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99E692-6F5A-9885-D48E-1EE0CAE0545A}"/>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4" name="Footer Placeholder 3">
            <a:extLst>
              <a:ext uri="{FF2B5EF4-FFF2-40B4-BE49-F238E27FC236}">
                <a16:creationId xmlns:a16="http://schemas.microsoft.com/office/drawing/2014/main" id="{B4D62CEF-FB82-1106-B9DC-61F5782FA86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E7CC53F-0D0E-838B-7838-BA0136022FDF}"/>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2235932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0A5448-1AEA-8B3E-082B-B883B245DD35}"/>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3" name="Footer Placeholder 2">
            <a:extLst>
              <a:ext uri="{FF2B5EF4-FFF2-40B4-BE49-F238E27FC236}">
                <a16:creationId xmlns:a16="http://schemas.microsoft.com/office/drawing/2014/main" id="{49064EB3-7072-A80E-EB6B-28A6A95C9F9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E298EB-BDD3-36C5-2F9E-F7C7192A1679}"/>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914523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76752D-F921-F287-8900-42C129EA1C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560978-54A7-F813-BDA9-9495E531FD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6F786F2-01FE-D6B5-1BC0-EBEF4E4AAC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D1E1539-0C9F-8937-71D9-9632DF3E21CA}"/>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6" name="Footer Placeholder 5">
            <a:extLst>
              <a:ext uri="{FF2B5EF4-FFF2-40B4-BE49-F238E27FC236}">
                <a16:creationId xmlns:a16="http://schemas.microsoft.com/office/drawing/2014/main" id="{4E154129-4275-0CF0-7764-C885C455B2A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B4E084-A649-273E-9FB2-0C7906CC71D5}"/>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864356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594C5-A039-8D47-6B12-CF9C510C9D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C5A70BB-7A5B-0E1F-2ACF-31B511E769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F167C7A-22E1-A588-DC68-8088D2AEB0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F4B0EC-1C28-C2F4-AC25-0E6FDF06BFC0}"/>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6" name="Footer Placeholder 5">
            <a:extLst>
              <a:ext uri="{FF2B5EF4-FFF2-40B4-BE49-F238E27FC236}">
                <a16:creationId xmlns:a16="http://schemas.microsoft.com/office/drawing/2014/main" id="{9C828249-5A41-91FF-9493-0A209CA64D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2177AE-CBDC-D28E-0716-8748F788A9D4}"/>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1335493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6A170-1A8A-783A-8A86-F6EE5FA659B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C159DE-6580-B248-DB93-03333193FED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1C0165-83E4-29B2-B99E-C8002D3EB585}"/>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5" name="Footer Placeholder 4">
            <a:extLst>
              <a:ext uri="{FF2B5EF4-FFF2-40B4-BE49-F238E27FC236}">
                <a16:creationId xmlns:a16="http://schemas.microsoft.com/office/drawing/2014/main" id="{DE661B2B-9B3D-8374-1103-09F24ACFBE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847D01-B6F9-BE35-70DB-71B942CD56D8}"/>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39916390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F497AE-C207-6A4E-F133-1E1A860CC90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BB9EFB-2E6D-D488-42C1-CC17722089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6F876A-0D58-1A0D-B7B0-B33F825CE79F}"/>
              </a:ext>
            </a:extLst>
          </p:cNvPr>
          <p:cNvSpPr>
            <a:spLocks noGrp="1"/>
          </p:cNvSpPr>
          <p:nvPr>
            <p:ph type="dt" sz="half" idx="10"/>
          </p:nvPr>
        </p:nvSpPr>
        <p:spPr/>
        <p:txBody>
          <a:bodyPr/>
          <a:lstStyle/>
          <a:p>
            <a:fld id="{7D62F53F-7104-42F1-A914-CD96967ADACA}" type="datetimeFigureOut">
              <a:rPr lang="en-US" smtClean="0"/>
              <a:t>11/13/2025</a:t>
            </a:fld>
            <a:endParaRPr lang="en-US"/>
          </a:p>
        </p:txBody>
      </p:sp>
      <p:sp>
        <p:nvSpPr>
          <p:cNvPr id="5" name="Footer Placeholder 4">
            <a:extLst>
              <a:ext uri="{FF2B5EF4-FFF2-40B4-BE49-F238E27FC236}">
                <a16:creationId xmlns:a16="http://schemas.microsoft.com/office/drawing/2014/main" id="{A6BBA6DD-CFE3-0694-705C-3541B1ED35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7D38D0-FE9A-AE71-505E-77D7D88D389E}"/>
              </a:ext>
            </a:extLst>
          </p:cNvPr>
          <p:cNvSpPr>
            <a:spLocks noGrp="1"/>
          </p:cNvSpPr>
          <p:nvPr>
            <p:ph type="sldNum" sz="quarter" idx="12"/>
          </p:nvPr>
        </p:nvSpPr>
        <p:spPr/>
        <p:txBody>
          <a:bodyPr/>
          <a:lstStyle/>
          <a:p>
            <a:fld id="{171F4F59-1E46-4A65-87A4-794ECAA618EB}" type="slidenum">
              <a:rPr lang="en-US" smtClean="0"/>
              <a:t>‹#›</a:t>
            </a:fld>
            <a:endParaRPr lang="en-US"/>
          </a:p>
        </p:txBody>
      </p:sp>
    </p:spTree>
    <p:extLst>
      <p:ext uri="{BB962C8B-B14F-4D97-AF65-F5344CB8AC3E}">
        <p14:creationId xmlns:p14="http://schemas.microsoft.com/office/powerpoint/2010/main" val="8623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0BA4DD-A93A-8BA8-B9C1-47474868345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AA43EA7-C477-959F-A9ED-773A2BC8D1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AACAEA-E1FD-6045-8E16-3C57DBC313A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D62F53F-7104-42F1-A914-CD96967ADACA}" type="datetimeFigureOut">
              <a:rPr lang="en-US" smtClean="0"/>
              <a:t>11/13/2025</a:t>
            </a:fld>
            <a:endParaRPr lang="en-US"/>
          </a:p>
        </p:txBody>
      </p:sp>
      <p:sp>
        <p:nvSpPr>
          <p:cNvPr id="5" name="Footer Placeholder 4">
            <a:extLst>
              <a:ext uri="{FF2B5EF4-FFF2-40B4-BE49-F238E27FC236}">
                <a16:creationId xmlns:a16="http://schemas.microsoft.com/office/drawing/2014/main" id="{83AE0313-7B9A-E1FF-A5C7-956DD58032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3F7728C-0556-9C16-6956-DD9E85770A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1F4F59-1E46-4A65-87A4-794ECAA618EB}" type="slidenum">
              <a:rPr lang="en-US" smtClean="0"/>
              <a:t>‹#›</a:t>
            </a:fld>
            <a:endParaRPr lang="en-US"/>
          </a:p>
        </p:txBody>
      </p:sp>
    </p:spTree>
    <p:extLst>
      <p:ext uri="{BB962C8B-B14F-4D97-AF65-F5344CB8AC3E}">
        <p14:creationId xmlns:p14="http://schemas.microsoft.com/office/powerpoint/2010/main" val="20400497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C5EC64A-E268-AA81-6334-CD7AE4EC911A}"/>
              </a:ext>
            </a:extLst>
          </p:cNvPr>
          <p:cNvSpPr txBox="1"/>
          <p:nvPr/>
        </p:nvSpPr>
        <p:spPr>
          <a:xfrm>
            <a:off x="6789761" y="288643"/>
            <a:ext cx="5402239" cy="5078313"/>
          </a:xfrm>
          <a:prstGeom prst="rect">
            <a:avLst/>
          </a:prstGeom>
          <a:noFill/>
        </p:spPr>
        <p:txBody>
          <a:bodyPr wrap="square" rtlCol="0">
            <a:spAutoFit/>
          </a:bodyPr>
          <a:lstStyle/>
          <a:p>
            <a:r>
              <a:rPr lang="en-US" sz="2800" b="1" dirty="0">
                <a:solidFill>
                  <a:schemeClr val="accent5">
                    <a:lumMod val="50000"/>
                  </a:schemeClr>
                </a:solidFill>
                <a:latin typeface="APPLE CHANCERY" panose="03020702040506060504" pitchFamily="66" charset="-79"/>
                <a:cs typeface="APPLE CHANCERY" panose="03020702040506060504" pitchFamily="66" charset="-79"/>
              </a:rPr>
              <a:t>Marketing and Retail Analysis – Project 2</a:t>
            </a:r>
          </a:p>
          <a:p>
            <a:endParaRPr lang="en-US" sz="2800" b="1" dirty="0">
              <a:solidFill>
                <a:schemeClr val="accent5">
                  <a:lumMod val="50000"/>
                </a:schemeClr>
              </a:solidFill>
              <a:latin typeface="APPLE CHANCERY" panose="03020702040506060504" pitchFamily="66" charset="-79"/>
              <a:cs typeface="APPLE CHANCERY" panose="03020702040506060504" pitchFamily="66" charset="-79"/>
            </a:endParaRPr>
          </a:p>
          <a:p>
            <a:r>
              <a:rPr lang="en-US" sz="2400" b="1" dirty="0">
                <a:solidFill>
                  <a:schemeClr val="accent5">
                    <a:lumMod val="50000"/>
                  </a:schemeClr>
                </a:solidFill>
                <a:cs typeface="APPLE CHANCERY" panose="03020702040506060504" pitchFamily="66" charset="-79"/>
              </a:rPr>
              <a:t>Market Basket Analysis – Grocery Store data</a:t>
            </a:r>
          </a:p>
          <a:p>
            <a:endParaRPr lang="en-IE" sz="2400" b="1" dirty="0">
              <a:solidFill>
                <a:schemeClr val="accent5">
                  <a:lumMod val="50000"/>
                </a:schemeClr>
              </a:solidFill>
              <a:cs typeface="APPLE CHANCERY" panose="03020702040506060504" pitchFamily="66" charset="-79"/>
            </a:endParaRPr>
          </a:p>
          <a:p>
            <a:r>
              <a:rPr lang="en-IE" sz="2400" b="1" dirty="0">
                <a:solidFill>
                  <a:schemeClr val="accent5">
                    <a:lumMod val="50000"/>
                  </a:schemeClr>
                </a:solidFill>
                <a:latin typeface="APPLE CHANCERY" panose="03020702040506060504" pitchFamily="66" charset="-79"/>
                <a:cs typeface="APPLE CHANCERY" panose="03020702040506060504" pitchFamily="66" charset="-79"/>
              </a:rPr>
              <a:t>James Kagwe</a:t>
            </a:r>
          </a:p>
          <a:p>
            <a:endParaRPr lang="en-IE" sz="2400" b="1" dirty="0">
              <a:solidFill>
                <a:schemeClr val="accent5">
                  <a:lumMod val="50000"/>
                </a:schemeClr>
              </a:solidFill>
              <a:latin typeface="APPLE CHANCERY" panose="03020702040506060504" pitchFamily="66" charset="-79"/>
              <a:cs typeface="APPLE CHANCERY" panose="03020702040506060504" pitchFamily="66" charset="-79"/>
            </a:endParaRPr>
          </a:p>
          <a:p>
            <a:r>
              <a:rPr lang="en-IE" sz="2400" b="1" dirty="0">
                <a:solidFill>
                  <a:schemeClr val="accent5">
                    <a:lumMod val="50000"/>
                  </a:schemeClr>
                </a:solidFill>
                <a:latin typeface="APPLE CHANCERY" panose="03020702040506060504" pitchFamily="66" charset="-79"/>
                <a:cs typeface="APPLE CHANCERY" panose="03020702040506060504" pitchFamily="66" charset="-79"/>
              </a:rPr>
              <a:t>Masters Program in Data Science and Business Analytics</a:t>
            </a:r>
          </a:p>
          <a:p>
            <a:endParaRPr lang="en-IE" sz="2400" b="1" dirty="0">
              <a:solidFill>
                <a:schemeClr val="accent5">
                  <a:lumMod val="50000"/>
                </a:schemeClr>
              </a:solidFill>
              <a:latin typeface="APPLE CHANCERY" panose="03020702040506060504" pitchFamily="66" charset="-79"/>
              <a:cs typeface="APPLE CHANCERY" panose="03020702040506060504" pitchFamily="66" charset="-79"/>
            </a:endParaRPr>
          </a:p>
          <a:p>
            <a:endParaRPr lang="en-IE" sz="2400" b="1" dirty="0">
              <a:solidFill>
                <a:schemeClr val="accent5">
                  <a:lumMod val="50000"/>
                </a:schemeClr>
              </a:solidFill>
              <a:latin typeface="APPLE CHANCERY" panose="03020702040506060504" pitchFamily="66" charset="-79"/>
              <a:cs typeface="APPLE CHANCERY" panose="03020702040506060504" pitchFamily="66" charset="-79"/>
            </a:endParaRPr>
          </a:p>
          <a:p>
            <a:r>
              <a:rPr lang="en-US" sz="2400" b="1" dirty="0">
                <a:solidFill>
                  <a:schemeClr val="accent5">
                    <a:lumMod val="50000"/>
                  </a:schemeClr>
                </a:solidFill>
                <a:latin typeface="APPLE CHANCERY" panose="03020702040506060504" pitchFamily="66" charset="-79"/>
                <a:cs typeface="APPLE CHANCERY" panose="03020702040506060504" pitchFamily="66" charset="-79"/>
              </a:rPr>
              <a:t> </a:t>
            </a:r>
          </a:p>
        </p:txBody>
      </p:sp>
      <p:pic>
        <p:nvPicPr>
          <p:cNvPr id="3" name="Picture 2">
            <a:extLst>
              <a:ext uri="{FF2B5EF4-FFF2-40B4-BE49-F238E27FC236}">
                <a16:creationId xmlns:a16="http://schemas.microsoft.com/office/drawing/2014/main" id="{4859864C-F5B4-5113-A236-655483A1FF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357" y="214008"/>
            <a:ext cx="6456453" cy="6456453"/>
          </a:xfrm>
          <a:prstGeom prst="rect">
            <a:avLst/>
          </a:prstGeom>
        </p:spPr>
      </p:pic>
    </p:spTree>
    <p:extLst>
      <p:ext uri="{BB962C8B-B14F-4D97-AF65-F5344CB8AC3E}">
        <p14:creationId xmlns:p14="http://schemas.microsoft.com/office/powerpoint/2010/main" val="1993114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B6F493-73A2-7C1A-99B1-045FA9AD0FA7}"/>
              </a:ext>
            </a:extLst>
          </p:cNvPr>
          <p:cNvSpPr>
            <a:spLocks noGrp="1"/>
          </p:cNvSpPr>
          <p:nvPr>
            <p:ph idx="1"/>
          </p:nvPr>
        </p:nvSpPr>
        <p:spPr>
          <a:xfrm>
            <a:off x="6684818" y="644236"/>
            <a:ext cx="5105399" cy="5710556"/>
          </a:xfrm>
        </p:spPr>
        <p:txBody>
          <a:bodyPr>
            <a:noAutofit/>
          </a:bodyPr>
          <a:lstStyle/>
          <a:p>
            <a:pPr marL="0" indent="0">
              <a:buNone/>
            </a:pPr>
            <a:r>
              <a:rPr lang="en-US" sz="3000" dirty="0"/>
              <a:t>A grocery store shared the transactional data with you. Your job is to conduct a thorough analysis of Point of Sale (POS) data, identify the most commonly occurring sets of items in the customer orders, and provide recommendations through which a grocery store can increase its revenue by popular combo offers &amp; discounts for customers.</a:t>
            </a:r>
          </a:p>
        </p:txBody>
      </p:sp>
      <p:pic>
        <p:nvPicPr>
          <p:cNvPr id="7" name="Picture 6">
            <a:extLst>
              <a:ext uri="{FF2B5EF4-FFF2-40B4-BE49-F238E27FC236}">
                <a16:creationId xmlns:a16="http://schemas.microsoft.com/office/drawing/2014/main" id="{63143559-CACA-B577-7EFD-112F303F92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2455" y="581891"/>
            <a:ext cx="6054436" cy="6054436"/>
          </a:xfrm>
          <a:prstGeom prst="rect">
            <a:avLst/>
          </a:prstGeom>
        </p:spPr>
      </p:pic>
    </p:spTree>
    <p:extLst>
      <p:ext uri="{BB962C8B-B14F-4D97-AF65-F5344CB8AC3E}">
        <p14:creationId xmlns:p14="http://schemas.microsoft.com/office/powerpoint/2010/main" val="4246129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omputer screen shot of a group of people sitting at desks&#10;&#10;AI-generated content may be incorrect.">
            <a:extLst>
              <a:ext uri="{FF2B5EF4-FFF2-40B4-BE49-F238E27FC236}">
                <a16:creationId xmlns:a16="http://schemas.microsoft.com/office/drawing/2014/main" id="{188F4D33-2027-9540-E0BD-DE8E59AFFB8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295331" y="341421"/>
            <a:ext cx="5965197" cy="5965197"/>
          </a:xfrm>
        </p:spPr>
      </p:pic>
      <p:sp>
        <p:nvSpPr>
          <p:cNvPr id="7" name="TextBox 6">
            <a:extLst>
              <a:ext uri="{FF2B5EF4-FFF2-40B4-BE49-F238E27FC236}">
                <a16:creationId xmlns:a16="http://schemas.microsoft.com/office/drawing/2014/main" id="{35838479-74A6-3987-24BA-486762F8846C}"/>
              </a:ext>
            </a:extLst>
          </p:cNvPr>
          <p:cNvSpPr txBox="1"/>
          <p:nvPr/>
        </p:nvSpPr>
        <p:spPr>
          <a:xfrm>
            <a:off x="327547" y="429905"/>
            <a:ext cx="4367284" cy="3493264"/>
          </a:xfrm>
          <a:prstGeom prst="rect">
            <a:avLst/>
          </a:prstGeom>
          <a:noFill/>
        </p:spPr>
        <p:txBody>
          <a:bodyPr wrap="square">
            <a:spAutoFit/>
          </a:bodyPr>
          <a:lstStyle/>
          <a:p>
            <a:pPr>
              <a:lnSpc>
                <a:spcPct val="90000"/>
              </a:lnSpc>
              <a:spcBef>
                <a:spcPct val="0"/>
              </a:spcBef>
              <a:spcAft>
                <a:spcPts val="600"/>
              </a:spcAft>
            </a:pPr>
            <a:r>
              <a:rPr lang="en-US" sz="4800" b="1" i="0" u="none" strike="noStrike" dirty="0">
                <a:effectLst/>
                <a:latin typeface="Bookman Old Style" panose="02050604050505020204" pitchFamily="18" charset="0"/>
                <a:ea typeface="+mj-ea"/>
                <a:cs typeface="+mj-cs"/>
              </a:rPr>
              <a:t>Exploratory Data  Analysis </a:t>
            </a:r>
          </a:p>
          <a:p>
            <a:pPr>
              <a:lnSpc>
                <a:spcPct val="90000"/>
              </a:lnSpc>
              <a:spcBef>
                <a:spcPct val="0"/>
              </a:spcBef>
              <a:spcAft>
                <a:spcPts val="600"/>
              </a:spcAft>
            </a:pPr>
            <a:r>
              <a:rPr lang="en-US" sz="4800" b="1" i="0" u="none" strike="noStrike" dirty="0">
                <a:effectLst/>
                <a:latin typeface="Bookman Old Style" panose="02050604050505020204" pitchFamily="18" charset="0"/>
                <a:ea typeface="+mj-ea"/>
                <a:cs typeface="+mj-cs"/>
              </a:rPr>
              <a:t>and Inferences</a:t>
            </a:r>
            <a:endParaRPr lang="en-US" sz="4800" dirty="0">
              <a:latin typeface="Bookman Old Style" panose="02050604050505020204" pitchFamily="18" charset="0"/>
              <a:ea typeface="+mj-ea"/>
              <a:cs typeface="+mj-cs"/>
            </a:endParaRPr>
          </a:p>
        </p:txBody>
      </p:sp>
    </p:spTree>
    <p:extLst>
      <p:ext uri="{BB962C8B-B14F-4D97-AF65-F5344CB8AC3E}">
        <p14:creationId xmlns:p14="http://schemas.microsoft.com/office/powerpoint/2010/main" val="33802458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3CE74-4BCE-705B-2763-E663D809692D}"/>
              </a:ext>
            </a:extLst>
          </p:cNvPr>
          <p:cNvSpPr>
            <a:spLocks noGrp="1"/>
          </p:cNvSpPr>
          <p:nvPr>
            <p:ph type="title"/>
          </p:nvPr>
        </p:nvSpPr>
        <p:spPr>
          <a:xfrm>
            <a:off x="838200" y="365125"/>
            <a:ext cx="10515600" cy="869997"/>
          </a:xfrm>
        </p:spPr>
        <p:txBody>
          <a:bodyPr>
            <a:normAutofit fontScale="90000"/>
          </a:bodyPr>
          <a:lstStyle/>
          <a:p>
            <a:r>
              <a:rPr lang="en-IE" b="1" dirty="0">
                <a:solidFill>
                  <a:srgbClr val="000000"/>
                </a:solidFill>
                <a:latin typeface="Bookman Old Style" panose="02050604050505020204" pitchFamily="18" charset="0"/>
              </a:rPr>
              <a:t>Summary of the data:</a:t>
            </a:r>
            <a:br>
              <a:rPr lang="en-IE" b="1" dirty="0">
                <a:solidFill>
                  <a:srgbClr val="000000"/>
                </a:solidFill>
                <a:latin typeface="Bookman Old Style" panose="02050604050505020204" pitchFamily="18" charset="0"/>
              </a:rPr>
            </a:br>
            <a:endParaRPr lang="en-US" dirty="0"/>
          </a:p>
        </p:txBody>
      </p:sp>
      <p:sp>
        <p:nvSpPr>
          <p:cNvPr id="4" name="TextBox 3">
            <a:extLst>
              <a:ext uri="{FF2B5EF4-FFF2-40B4-BE49-F238E27FC236}">
                <a16:creationId xmlns:a16="http://schemas.microsoft.com/office/drawing/2014/main" id="{AEF51B56-400B-97C7-7190-45C5C8733D4E}"/>
              </a:ext>
            </a:extLst>
          </p:cNvPr>
          <p:cNvSpPr txBox="1"/>
          <p:nvPr/>
        </p:nvSpPr>
        <p:spPr>
          <a:xfrm>
            <a:off x="648419" y="1235122"/>
            <a:ext cx="10447361" cy="3785652"/>
          </a:xfrm>
          <a:prstGeom prst="rect">
            <a:avLst/>
          </a:prstGeom>
          <a:noFill/>
        </p:spPr>
        <p:txBody>
          <a:bodyPr wrap="square" rtlCol="0">
            <a:spAutoFit/>
          </a:bodyPr>
          <a:lstStyle/>
          <a:p>
            <a:r>
              <a:rPr lang="en-IE" sz="1400" b="1" dirty="0">
                <a:solidFill>
                  <a:srgbClr val="000000"/>
                </a:solidFill>
                <a:latin typeface="Bookman Old Style" panose="02050604050505020204" pitchFamily="18" charset="0"/>
              </a:rPr>
              <a:t>Objective: </a:t>
            </a:r>
            <a:r>
              <a:rPr lang="en-US" sz="1400" dirty="0"/>
              <a:t>The objective is to analyze </a:t>
            </a:r>
            <a:r>
              <a:rPr lang="en-US" sz="1400" b="1" dirty="0"/>
              <a:t>Point of Sale (POS) data</a:t>
            </a:r>
            <a:r>
              <a:rPr lang="en-US" sz="1400" dirty="0"/>
              <a:t> to uncover </a:t>
            </a:r>
            <a:r>
              <a:rPr lang="en-US" sz="1400" b="1" dirty="0"/>
              <a:t>frequently purchased combinations of items</a:t>
            </a:r>
            <a:r>
              <a:rPr lang="en-US" sz="1400" dirty="0"/>
              <a:t> in customer orders. The outcome will be </a:t>
            </a:r>
            <a:r>
              <a:rPr lang="en-US" sz="1400" b="1" dirty="0"/>
              <a:t>actionable recommendations</a:t>
            </a:r>
            <a:r>
              <a:rPr lang="en-US" sz="1400" dirty="0"/>
              <a:t> for new combo offers and discounts designed to </a:t>
            </a:r>
            <a:r>
              <a:rPr lang="en-US" sz="1400" b="1" dirty="0"/>
              <a:t>increase store revenue</a:t>
            </a:r>
            <a:r>
              <a:rPr lang="en-US" sz="1400" dirty="0"/>
              <a:t> and </a:t>
            </a:r>
            <a:r>
              <a:rPr lang="en-US" sz="1400" b="1" dirty="0"/>
              <a:t>boost customer satisfaction</a:t>
            </a:r>
            <a:r>
              <a:rPr lang="en-US" sz="1400" dirty="0"/>
              <a:t>.</a:t>
            </a:r>
          </a:p>
          <a:p>
            <a:endParaRPr lang="en-IE" sz="1400" dirty="0">
              <a:solidFill>
                <a:srgbClr val="000000"/>
              </a:solidFill>
              <a:latin typeface="Bookman Old Style" panose="02050604050505020204" pitchFamily="18" charset="0"/>
            </a:endParaRPr>
          </a:p>
          <a:p>
            <a:pPr marL="285750" indent="-285750">
              <a:buFont typeface="Arial" panose="020B0604020202020204" pitchFamily="34" charset="0"/>
              <a:buChar char="•"/>
            </a:pPr>
            <a:r>
              <a:rPr lang="en-IE" sz="1400" dirty="0">
                <a:solidFill>
                  <a:srgbClr val="000000"/>
                </a:solidFill>
                <a:latin typeface="Bookman Old Style" panose="02050604050505020204" pitchFamily="18" charset="0"/>
              </a:rPr>
              <a:t>The analysed dataset consists of 20,641 rows and 3 columns, representing the Point of Sale (POS) data from a grocery store. </a:t>
            </a:r>
          </a:p>
          <a:p>
            <a:pPr marL="285750" indent="-285750">
              <a:buFont typeface="Arial" panose="020B0604020202020204" pitchFamily="34" charset="0"/>
              <a:buChar char="•"/>
            </a:pPr>
            <a:r>
              <a:rPr lang="en-IE" sz="1400" dirty="0">
                <a:solidFill>
                  <a:srgbClr val="000000"/>
                </a:solidFill>
                <a:latin typeface="Bookman Old Style" panose="02050604050505020204" pitchFamily="18" charset="0"/>
              </a:rPr>
              <a:t>The columns include 'Date', '</a:t>
            </a:r>
            <a:r>
              <a:rPr lang="en-IE" sz="1400" dirty="0" err="1">
                <a:solidFill>
                  <a:srgbClr val="000000"/>
                </a:solidFill>
                <a:latin typeface="Bookman Old Style" panose="02050604050505020204" pitchFamily="18" charset="0"/>
              </a:rPr>
              <a:t>Order_id</a:t>
            </a:r>
            <a:r>
              <a:rPr lang="en-IE" sz="1400" dirty="0">
                <a:solidFill>
                  <a:srgbClr val="000000"/>
                </a:solidFill>
                <a:latin typeface="Bookman Old Style" panose="02050604050505020204" pitchFamily="18" charset="0"/>
              </a:rPr>
              <a:t>', and 'Product’ of Date, integer and object data types</a:t>
            </a:r>
          </a:p>
          <a:p>
            <a:pPr marL="285750" indent="-285750">
              <a:buFont typeface="Arial" panose="020B0604020202020204" pitchFamily="34" charset="0"/>
              <a:buChar char="•"/>
            </a:pPr>
            <a:r>
              <a:rPr lang="en-IE" sz="1400" dirty="0">
                <a:solidFill>
                  <a:srgbClr val="000000"/>
                </a:solidFill>
                <a:latin typeface="Bookman Old Style" panose="02050604050505020204" pitchFamily="18" charset="0"/>
              </a:rPr>
              <a:t>The dataset does not contain any missing values. </a:t>
            </a:r>
          </a:p>
          <a:p>
            <a:endParaRPr lang="en-IE" sz="1400" dirty="0">
              <a:solidFill>
                <a:srgbClr val="000000"/>
              </a:solidFill>
              <a:latin typeface="Bookman Old Style" panose="02050604050505020204" pitchFamily="18" charset="0"/>
            </a:endParaRPr>
          </a:p>
          <a:p>
            <a:pPr marL="285750" indent="-285750" algn="just">
              <a:buFont typeface="Arial" panose="020B0604020202020204" pitchFamily="34" charset="0"/>
              <a:buChar char="•"/>
            </a:pPr>
            <a:r>
              <a:rPr lang="en-IE" sz="1400" b="1" dirty="0">
                <a:solidFill>
                  <a:srgbClr val="000000"/>
                </a:solidFill>
                <a:latin typeface="Bookman Old Style" panose="02050604050505020204" pitchFamily="18" charset="0"/>
              </a:rPr>
              <a:t>Duplicate Values: </a:t>
            </a:r>
            <a:r>
              <a:rPr lang="en-IE" sz="1400" dirty="0">
                <a:solidFill>
                  <a:srgbClr val="000000"/>
                </a:solidFill>
                <a:latin typeface="Bookman Old Style" panose="02050604050505020204" pitchFamily="18" charset="0"/>
              </a:rPr>
              <a:t>There are 4,730 duplicate values present in the dataset.</a:t>
            </a:r>
            <a:r>
              <a:rPr lang="en-IE" sz="1400" b="1" dirty="0">
                <a:solidFill>
                  <a:srgbClr val="000000"/>
                </a:solidFill>
                <a:latin typeface="Bookman Old Style" panose="02050604050505020204" pitchFamily="18" charset="0"/>
              </a:rPr>
              <a:t> </a:t>
            </a:r>
            <a:r>
              <a:rPr lang="en-IE" sz="1400" dirty="0">
                <a:solidFill>
                  <a:srgbClr val="000000"/>
                </a:solidFill>
                <a:latin typeface="Bookman Old Style" panose="02050604050505020204" pitchFamily="18" charset="0"/>
              </a:rPr>
              <a:t>Although there are duplicate values in the dataset, it is not necessary to remove them. Each duplicate order ID corresponds to the purchase of different products, indicating that these duplicates represent unique transactions. </a:t>
            </a:r>
          </a:p>
          <a:p>
            <a:pPr marL="285750" indent="-285750" algn="just">
              <a:buFont typeface="Arial" panose="020B0604020202020204" pitchFamily="34" charset="0"/>
              <a:buChar char="•"/>
            </a:pPr>
            <a:r>
              <a:rPr lang="en-IE" sz="1400" b="1" dirty="0">
                <a:solidFill>
                  <a:srgbClr val="000000"/>
                </a:solidFill>
                <a:latin typeface="Bookman Old Style" panose="02050604050505020204" pitchFamily="18" charset="0"/>
              </a:rPr>
              <a:t>Market Basket Analysis </a:t>
            </a:r>
            <a:r>
              <a:rPr lang="en-IE" sz="1400" dirty="0">
                <a:solidFill>
                  <a:srgbClr val="000000"/>
                </a:solidFill>
                <a:latin typeface="Bookman Old Style" panose="02050604050505020204" pitchFamily="18" charset="0"/>
              </a:rPr>
              <a:t>helps the grocery store discover which items are commonly bought together by customers. This information can be used to create special deals and discounts on popular combinations of products, encouraging customers to buy related items. By using market basket analysis, the store can improve its sales strategies and better meet the preferences of its customers</a:t>
            </a:r>
          </a:p>
          <a:p>
            <a:pPr marL="342900" indent="-342900">
              <a:buFont typeface="Arial" panose="020B0604020202020204" pitchFamily="34" charset="0"/>
              <a:buChar char="•"/>
            </a:pPr>
            <a:endParaRPr lang="en-US" sz="1600" dirty="0">
              <a:latin typeface="Bookman Old Style" panose="02050604050505020204" pitchFamily="18" charset="0"/>
            </a:endParaRPr>
          </a:p>
        </p:txBody>
      </p:sp>
    </p:spTree>
    <p:extLst>
      <p:ext uri="{BB962C8B-B14F-4D97-AF65-F5344CB8AC3E}">
        <p14:creationId xmlns:p14="http://schemas.microsoft.com/office/powerpoint/2010/main" val="20203292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B23DD-DD5E-E6B7-FF36-C5C2A9E1956A}"/>
              </a:ext>
            </a:extLst>
          </p:cNvPr>
          <p:cNvSpPr>
            <a:spLocks noGrp="1"/>
          </p:cNvSpPr>
          <p:nvPr>
            <p:ph type="title"/>
          </p:nvPr>
        </p:nvSpPr>
        <p:spPr>
          <a:xfrm>
            <a:off x="838200" y="214745"/>
            <a:ext cx="10515600" cy="932884"/>
          </a:xfrm>
        </p:spPr>
        <p:txBody>
          <a:bodyPr>
            <a:noAutofit/>
          </a:bodyPr>
          <a:lstStyle/>
          <a:p>
            <a:r>
              <a:rPr lang="en-US" sz="2800" dirty="0"/>
              <a:t>Product Frequency</a:t>
            </a:r>
            <a:br>
              <a:rPr lang="en-US" sz="2800" dirty="0"/>
            </a:br>
            <a:br>
              <a:rPr lang="en-US" sz="1400" dirty="0"/>
            </a:br>
            <a:r>
              <a:rPr lang="en-US" sz="1400" b="1" dirty="0"/>
              <a:t>Inference - </a:t>
            </a:r>
            <a:r>
              <a:rPr lang="en-IE" sz="1400" dirty="0">
                <a:latin typeface="Bookman Old Style" panose="02050604050505020204" pitchFamily="18" charset="0"/>
              </a:rPr>
              <a:t>The Word clod below reveals the top most occurring products in the dataset. The most common are Poultry, Soda, Cereal and  Ice-cream. Ketchup, hand soap, fruits and pork are among the products that are trailing in demand. These findings highlight the popularity and demand for these specific products.</a:t>
            </a:r>
            <a:br>
              <a:rPr lang="en-US" sz="1400" dirty="0">
                <a:latin typeface="Bookman Old Style" panose="02050604050505020204" pitchFamily="18" charset="0"/>
              </a:rPr>
            </a:br>
            <a:endParaRPr lang="en-US" sz="1400" b="1" dirty="0"/>
          </a:p>
        </p:txBody>
      </p:sp>
      <p:pic>
        <p:nvPicPr>
          <p:cNvPr id="5" name="Picture 4" descr="A close up of words&#10;&#10;AI-generated content may be incorrect.">
            <a:extLst>
              <a:ext uri="{FF2B5EF4-FFF2-40B4-BE49-F238E27FC236}">
                <a16:creationId xmlns:a16="http://schemas.microsoft.com/office/drawing/2014/main" id="{CD6AFCB6-31B8-7C47-77BB-007DBE68C5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947" y="1147629"/>
            <a:ext cx="10515600" cy="5710371"/>
          </a:xfrm>
          <a:prstGeom prst="rect">
            <a:avLst/>
          </a:prstGeom>
        </p:spPr>
      </p:pic>
    </p:spTree>
    <p:extLst>
      <p:ext uri="{BB962C8B-B14F-4D97-AF65-F5344CB8AC3E}">
        <p14:creationId xmlns:p14="http://schemas.microsoft.com/office/powerpoint/2010/main" val="1554727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35A57-46DC-0C1E-80C6-E601E62CC5DD}"/>
              </a:ext>
            </a:extLst>
          </p:cNvPr>
          <p:cNvSpPr>
            <a:spLocks noGrp="1"/>
          </p:cNvSpPr>
          <p:nvPr>
            <p:ph type="title"/>
          </p:nvPr>
        </p:nvSpPr>
        <p:spPr>
          <a:xfrm>
            <a:off x="838200" y="365126"/>
            <a:ext cx="10515600" cy="848324"/>
          </a:xfrm>
        </p:spPr>
        <p:txBody>
          <a:bodyPr/>
          <a:lstStyle/>
          <a:p>
            <a:r>
              <a:rPr lang="en-US" dirty="0"/>
              <a:t>Product Frequency </a:t>
            </a:r>
            <a:r>
              <a:rPr lang="en-US" dirty="0" err="1"/>
              <a:t>Contd</a:t>
            </a:r>
            <a:r>
              <a:rPr lang="en-US" dirty="0"/>
              <a:t>……</a:t>
            </a:r>
          </a:p>
        </p:txBody>
      </p:sp>
      <p:pic>
        <p:nvPicPr>
          <p:cNvPr id="5" name="Picture 4">
            <a:extLst>
              <a:ext uri="{FF2B5EF4-FFF2-40B4-BE49-F238E27FC236}">
                <a16:creationId xmlns:a16="http://schemas.microsoft.com/office/drawing/2014/main" id="{62C11BDB-63BF-D075-F78A-862BBEF84C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7187" y="1547348"/>
            <a:ext cx="10775104" cy="4945526"/>
          </a:xfrm>
          <a:prstGeom prst="rect">
            <a:avLst/>
          </a:prstGeom>
        </p:spPr>
      </p:pic>
    </p:spTree>
    <p:extLst>
      <p:ext uri="{BB962C8B-B14F-4D97-AF65-F5344CB8AC3E}">
        <p14:creationId xmlns:p14="http://schemas.microsoft.com/office/powerpoint/2010/main" val="1178264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89EAC-CFA9-99AB-2A7E-36619349BC94}"/>
              </a:ext>
            </a:extLst>
          </p:cNvPr>
          <p:cNvSpPr>
            <a:spLocks noGrp="1"/>
          </p:cNvSpPr>
          <p:nvPr>
            <p:ph type="title"/>
          </p:nvPr>
        </p:nvSpPr>
        <p:spPr>
          <a:xfrm>
            <a:off x="838200" y="122671"/>
            <a:ext cx="10515600" cy="500784"/>
          </a:xfrm>
        </p:spPr>
        <p:txBody>
          <a:bodyPr>
            <a:normAutofit fontScale="90000"/>
          </a:bodyPr>
          <a:lstStyle/>
          <a:p>
            <a:r>
              <a:rPr lang="en-US" dirty="0"/>
              <a:t>Product Frequency </a:t>
            </a:r>
            <a:r>
              <a:rPr lang="en-US" dirty="0" err="1"/>
              <a:t>Contd</a:t>
            </a:r>
            <a:r>
              <a:rPr lang="en-US" dirty="0"/>
              <a:t>……</a:t>
            </a:r>
          </a:p>
        </p:txBody>
      </p:sp>
      <p:pic>
        <p:nvPicPr>
          <p:cNvPr id="5" name="Picture 4">
            <a:extLst>
              <a:ext uri="{FF2B5EF4-FFF2-40B4-BE49-F238E27FC236}">
                <a16:creationId xmlns:a16="http://schemas.microsoft.com/office/drawing/2014/main" id="{5E69ECCA-43A3-2B28-C54F-CA5C7F4E900C}"/>
              </a:ext>
            </a:extLst>
          </p:cNvPr>
          <p:cNvPicPr>
            <a:picLocks noChangeAspect="1"/>
          </p:cNvPicPr>
          <p:nvPr/>
        </p:nvPicPr>
        <p:blipFill>
          <a:blip r:embed="rId2"/>
          <a:stretch>
            <a:fillRect/>
          </a:stretch>
        </p:blipFill>
        <p:spPr>
          <a:xfrm>
            <a:off x="381000" y="623455"/>
            <a:ext cx="11811000" cy="4678915"/>
          </a:xfrm>
          <a:prstGeom prst="rect">
            <a:avLst/>
          </a:prstGeom>
        </p:spPr>
      </p:pic>
      <p:sp>
        <p:nvSpPr>
          <p:cNvPr id="7" name="TextBox 6">
            <a:extLst>
              <a:ext uri="{FF2B5EF4-FFF2-40B4-BE49-F238E27FC236}">
                <a16:creationId xmlns:a16="http://schemas.microsoft.com/office/drawing/2014/main" id="{30C76977-DFEB-1DA1-04A2-6C1D710C3DC1}"/>
              </a:ext>
            </a:extLst>
          </p:cNvPr>
          <p:cNvSpPr txBox="1"/>
          <p:nvPr/>
        </p:nvSpPr>
        <p:spPr>
          <a:xfrm>
            <a:off x="448574" y="5362656"/>
            <a:ext cx="11040373" cy="1200329"/>
          </a:xfrm>
          <a:prstGeom prst="rect">
            <a:avLst/>
          </a:prstGeom>
          <a:noFill/>
        </p:spPr>
        <p:txBody>
          <a:bodyPr wrap="square">
            <a:spAutoFit/>
          </a:bodyPr>
          <a:lstStyle/>
          <a:p>
            <a:r>
              <a:rPr lang="en-IE" sz="1800" b="0" i="0" u="none" strike="noStrike" dirty="0">
                <a:effectLst/>
                <a:latin typeface="Bookman Old Style" panose="02050604050505020204" pitchFamily="18" charset="0"/>
              </a:rPr>
              <a:t>The </a:t>
            </a:r>
            <a:r>
              <a:rPr lang="en-IE" sz="1800" b="0" i="0" u="none" strike="noStrike" dirty="0" err="1">
                <a:effectLst/>
                <a:latin typeface="Bookman Old Style" panose="02050604050505020204" pitchFamily="18" charset="0"/>
              </a:rPr>
              <a:t>treemap</a:t>
            </a:r>
            <a:r>
              <a:rPr lang="en-IE" sz="1800" b="0" i="0" u="none" strike="noStrike" dirty="0">
                <a:effectLst/>
                <a:latin typeface="Bookman Old Style" panose="02050604050505020204" pitchFamily="18" charset="0"/>
              </a:rPr>
              <a:t> analysis reveals the top most occurring products in the dataset, with Poultry having the highest count of 640, followed by Soda with a count of 597, Cereal with 591, Ice-cream with 579, Cheese with 578, and Waffles with 575. These findings highlight the popularity and demand for these specific products.</a:t>
            </a:r>
            <a:endParaRPr lang="en-US" sz="1800" dirty="0">
              <a:latin typeface="Bookman Old Style" panose="02050604050505020204" pitchFamily="18" charset="0"/>
            </a:endParaRPr>
          </a:p>
        </p:txBody>
      </p:sp>
    </p:spTree>
    <p:extLst>
      <p:ext uri="{BB962C8B-B14F-4D97-AF65-F5344CB8AC3E}">
        <p14:creationId xmlns:p14="http://schemas.microsoft.com/office/powerpoint/2010/main" val="26790463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24740-0028-FA01-AAF6-2E7CB5C420C3}"/>
              </a:ext>
            </a:extLst>
          </p:cNvPr>
          <p:cNvSpPr>
            <a:spLocks noGrp="1"/>
          </p:cNvSpPr>
          <p:nvPr>
            <p:ph type="title"/>
          </p:nvPr>
        </p:nvSpPr>
        <p:spPr>
          <a:xfrm>
            <a:off x="734683" y="117834"/>
            <a:ext cx="6425242" cy="365245"/>
          </a:xfrm>
        </p:spPr>
        <p:txBody>
          <a:bodyPr>
            <a:noAutofit/>
          </a:bodyPr>
          <a:lstStyle/>
          <a:p>
            <a:r>
              <a:rPr lang="en-US" sz="4000" b="1" dirty="0"/>
              <a:t>Products sold per Year</a:t>
            </a:r>
          </a:p>
        </p:txBody>
      </p:sp>
      <p:pic>
        <p:nvPicPr>
          <p:cNvPr id="5" name="Picture 4" descr="A graph with a line&#10;&#10;AI-generated content may be incorrect.">
            <a:extLst>
              <a:ext uri="{FF2B5EF4-FFF2-40B4-BE49-F238E27FC236}">
                <a16:creationId xmlns:a16="http://schemas.microsoft.com/office/drawing/2014/main" id="{F7ACFAF5-D96D-DAA4-B14F-B33CE979BD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1532" y="1147596"/>
            <a:ext cx="7258183" cy="5592569"/>
          </a:xfrm>
          <a:prstGeom prst="rect">
            <a:avLst/>
          </a:prstGeom>
        </p:spPr>
      </p:pic>
      <p:sp>
        <p:nvSpPr>
          <p:cNvPr id="7" name="TextBox 6">
            <a:extLst>
              <a:ext uri="{FF2B5EF4-FFF2-40B4-BE49-F238E27FC236}">
                <a16:creationId xmlns:a16="http://schemas.microsoft.com/office/drawing/2014/main" id="{3D74549A-6B0B-105A-EB92-0AF2C4DFAB68}"/>
              </a:ext>
            </a:extLst>
          </p:cNvPr>
          <p:cNvSpPr txBox="1"/>
          <p:nvPr/>
        </p:nvSpPr>
        <p:spPr>
          <a:xfrm>
            <a:off x="143904" y="1312390"/>
            <a:ext cx="4100423" cy="5262979"/>
          </a:xfrm>
          <a:prstGeom prst="rect">
            <a:avLst/>
          </a:prstGeom>
          <a:noFill/>
        </p:spPr>
        <p:txBody>
          <a:bodyPr wrap="square">
            <a:spAutoFit/>
          </a:bodyPr>
          <a:lstStyle/>
          <a:p>
            <a:r>
              <a:rPr lang="en-IE" sz="2400" b="0" i="0" u="none" strike="noStrike" dirty="0">
                <a:solidFill>
                  <a:srgbClr val="374151"/>
                </a:solidFill>
                <a:effectLst/>
                <a:latin typeface="Bookman Old Style" panose="02050604050505020204" pitchFamily="18" charset="0"/>
              </a:rPr>
              <a:t>Based on the below data, it can be inferred that there was a relatively stable level of Product order activity from 2018 to 2019, with a slight decrease observed. However, further data and analysis is required to understand the trends and patterns for 2020, </a:t>
            </a:r>
            <a:r>
              <a:rPr lang="en-IE" sz="2400" dirty="0">
                <a:solidFill>
                  <a:srgbClr val="374151"/>
                </a:solidFill>
                <a:latin typeface="Bookman Old Style" panose="02050604050505020204" pitchFamily="18" charset="0"/>
              </a:rPr>
              <a:t>since its only </a:t>
            </a:r>
            <a:r>
              <a:rPr lang="en-IE" sz="2400" b="0" i="0" u="none" strike="noStrike" dirty="0">
                <a:solidFill>
                  <a:srgbClr val="374151"/>
                </a:solidFill>
                <a:effectLst/>
                <a:latin typeface="Bookman Old Style" panose="02050604050505020204" pitchFamily="18" charset="0"/>
              </a:rPr>
              <a:t>data for the first two months of 2020 that was provided</a:t>
            </a:r>
            <a:r>
              <a:rPr lang="en-IE" sz="1800" b="0" i="0" u="none" strike="noStrike" dirty="0">
                <a:solidFill>
                  <a:srgbClr val="374151"/>
                </a:solidFill>
                <a:effectLst/>
                <a:latin typeface="Bookman Old Style" panose="02050604050505020204" pitchFamily="18" charset="0"/>
              </a:rPr>
              <a:t>.</a:t>
            </a:r>
            <a:endParaRPr lang="en-US" sz="1800" dirty="0">
              <a:latin typeface="Bookman Old Style" panose="02050604050505020204" pitchFamily="18" charset="0"/>
            </a:endParaRPr>
          </a:p>
        </p:txBody>
      </p:sp>
    </p:spTree>
    <p:extLst>
      <p:ext uri="{BB962C8B-B14F-4D97-AF65-F5344CB8AC3E}">
        <p14:creationId xmlns:p14="http://schemas.microsoft.com/office/powerpoint/2010/main" val="2689078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B98D0-A4BC-A031-291B-CE47B202A164}"/>
              </a:ext>
            </a:extLst>
          </p:cNvPr>
          <p:cNvSpPr>
            <a:spLocks noGrp="1"/>
          </p:cNvSpPr>
          <p:nvPr>
            <p:ph type="title"/>
          </p:nvPr>
        </p:nvSpPr>
        <p:spPr>
          <a:xfrm>
            <a:off x="838200" y="365125"/>
            <a:ext cx="10515600" cy="1048039"/>
          </a:xfrm>
        </p:spPr>
        <p:txBody>
          <a:bodyPr>
            <a:normAutofit/>
          </a:bodyPr>
          <a:lstStyle/>
          <a:p>
            <a:r>
              <a:rPr lang="en-US" sz="4000" dirty="0"/>
              <a:t>Order processed per Year</a:t>
            </a:r>
          </a:p>
        </p:txBody>
      </p:sp>
      <p:pic>
        <p:nvPicPr>
          <p:cNvPr id="5" name="Picture 4" descr="A graph with a line&#10;&#10;AI-generated content may be incorrect.">
            <a:extLst>
              <a:ext uri="{FF2B5EF4-FFF2-40B4-BE49-F238E27FC236}">
                <a16:creationId xmlns:a16="http://schemas.microsoft.com/office/drawing/2014/main" id="{B125C254-9E6F-69FF-FA2A-BFC5A058A1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4618" y="1883717"/>
            <a:ext cx="6397209" cy="4503228"/>
          </a:xfrm>
          <a:prstGeom prst="rect">
            <a:avLst/>
          </a:prstGeom>
        </p:spPr>
      </p:pic>
      <p:sp>
        <p:nvSpPr>
          <p:cNvPr id="6" name="TextBox 5">
            <a:extLst>
              <a:ext uri="{FF2B5EF4-FFF2-40B4-BE49-F238E27FC236}">
                <a16:creationId xmlns:a16="http://schemas.microsoft.com/office/drawing/2014/main" id="{8498A099-FB9F-9E21-827B-AF7E79ABE2EC}"/>
              </a:ext>
            </a:extLst>
          </p:cNvPr>
          <p:cNvSpPr txBox="1"/>
          <p:nvPr/>
        </p:nvSpPr>
        <p:spPr>
          <a:xfrm>
            <a:off x="109268" y="1643758"/>
            <a:ext cx="4100423" cy="4832092"/>
          </a:xfrm>
          <a:prstGeom prst="rect">
            <a:avLst/>
          </a:prstGeom>
          <a:noFill/>
        </p:spPr>
        <p:txBody>
          <a:bodyPr wrap="square">
            <a:spAutoFit/>
          </a:bodyPr>
          <a:lstStyle/>
          <a:p>
            <a:r>
              <a:rPr lang="en-IE" sz="2800" b="0" i="0" u="none" strike="noStrike" dirty="0">
                <a:solidFill>
                  <a:srgbClr val="374151"/>
                </a:solidFill>
                <a:effectLst/>
                <a:latin typeface="Bookman Old Style" panose="02050604050505020204" pitchFamily="18" charset="0"/>
              </a:rPr>
              <a:t>This is a reflection of product sold per year where 2018 and 2019 orders were fairly high. A decline is noted in year 2020. This needs further probing since it is based on the first 2 months of the year 2020 only.</a:t>
            </a:r>
            <a:endParaRPr lang="en-US" sz="2800" dirty="0">
              <a:latin typeface="Bookman Old Style" panose="02050604050505020204" pitchFamily="18" charset="0"/>
            </a:endParaRPr>
          </a:p>
        </p:txBody>
      </p:sp>
    </p:spTree>
    <p:extLst>
      <p:ext uri="{BB962C8B-B14F-4D97-AF65-F5344CB8AC3E}">
        <p14:creationId xmlns:p14="http://schemas.microsoft.com/office/powerpoint/2010/main" val="13603780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C2B28-4633-E64A-79E5-6F5DB29198EE}"/>
              </a:ext>
            </a:extLst>
          </p:cNvPr>
          <p:cNvSpPr>
            <a:spLocks noGrp="1"/>
          </p:cNvSpPr>
          <p:nvPr>
            <p:ph type="title"/>
          </p:nvPr>
        </p:nvSpPr>
        <p:spPr>
          <a:xfrm>
            <a:off x="838200" y="96982"/>
            <a:ext cx="10515600" cy="692728"/>
          </a:xfrm>
        </p:spPr>
        <p:txBody>
          <a:bodyPr>
            <a:normAutofit fontScale="90000"/>
          </a:bodyPr>
          <a:lstStyle/>
          <a:p>
            <a:r>
              <a:rPr lang="en-US" dirty="0"/>
              <a:t>Number of Orders and Products Quarterly</a:t>
            </a:r>
          </a:p>
        </p:txBody>
      </p:sp>
      <p:pic>
        <p:nvPicPr>
          <p:cNvPr id="5" name="Picture 4">
            <a:extLst>
              <a:ext uri="{FF2B5EF4-FFF2-40B4-BE49-F238E27FC236}">
                <a16:creationId xmlns:a16="http://schemas.microsoft.com/office/drawing/2014/main" id="{D95BD4B0-6F84-52CF-4111-30669580FC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0382" y="955543"/>
            <a:ext cx="7197436" cy="5743130"/>
          </a:xfrm>
          <a:prstGeom prst="rect">
            <a:avLst/>
          </a:prstGeom>
        </p:spPr>
      </p:pic>
      <p:sp>
        <p:nvSpPr>
          <p:cNvPr id="6" name="TextBox 5">
            <a:extLst>
              <a:ext uri="{FF2B5EF4-FFF2-40B4-BE49-F238E27FC236}">
                <a16:creationId xmlns:a16="http://schemas.microsoft.com/office/drawing/2014/main" id="{2810ABF7-D4B9-0FD3-62BE-9FEA3927BCEC}"/>
              </a:ext>
            </a:extLst>
          </p:cNvPr>
          <p:cNvSpPr txBox="1"/>
          <p:nvPr/>
        </p:nvSpPr>
        <p:spPr>
          <a:xfrm>
            <a:off x="109268" y="1004807"/>
            <a:ext cx="4331114" cy="5262979"/>
          </a:xfrm>
          <a:prstGeom prst="rect">
            <a:avLst/>
          </a:prstGeom>
          <a:noFill/>
        </p:spPr>
        <p:txBody>
          <a:bodyPr wrap="square">
            <a:spAutoFit/>
          </a:bodyPr>
          <a:lstStyle/>
          <a:p>
            <a:r>
              <a:rPr lang="en-IE" sz="2800" b="0" i="0" u="none" strike="noStrike" dirty="0">
                <a:solidFill>
                  <a:srgbClr val="374151"/>
                </a:solidFill>
                <a:effectLst/>
                <a:latin typeface="Bookman Old Style" panose="02050604050505020204" pitchFamily="18" charset="0"/>
              </a:rPr>
              <a:t>Number of orders across the quarters is constant apart from in the year 2020 due to lack of sufficient data.</a:t>
            </a:r>
          </a:p>
          <a:p>
            <a:endParaRPr lang="en-IE" sz="2800" dirty="0">
              <a:solidFill>
                <a:srgbClr val="374151"/>
              </a:solidFill>
              <a:latin typeface="Bookman Old Style" panose="02050604050505020204" pitchFamily="18" charset="0"/>
            </a:endParaRPr>
          </a:p>
          <a:p>
            <a:r>
              <a:rPr lang="en-IE" sz="2800" dirty="0">
                <a:solidFill>
                  <a:srgbClr val="374151"/>
                </a:solidFill>
                <a:latin typeface="Bookman Old Style" panose="02050604050505020204" pitchFamily="18" charset="0"/>
              </a:rPr>
              <a:t>Number of products is erratic and needs to be investigated further to establish if there is any trend across the quarters.</a:t>
            </a:r>
            <a:endParaRPr lang="en-US" sz="2800" dirty="0">
              <a:latin typeface="Bookman Old Style" panose="02050604050505020204" pitchFamily="18" charset="0"/>
            </a:endParaRPr>
          </a:p>
        </p:txBody>
      </p:sp>
    </p:spTree>
    <p:extLst>
      <p:ext uri="{BB962C8B-B14F-4D97-AF65-F5344CB8AC3E}">
        <p14:creationId xmlns:p14="http://schemas.microsoft.com/office/powerpoint/2010/main" val="3340073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91C7E-C75C-BDC9-2B1E-248660F780DE}"/>
              </a:ext>
            </a:extLst>
          </p:cNvPr>
          <p:cNvSpPr>
            <a:spLocks noGrp="1"/>
          </p:cNvSpPr>
          <p:nvPr>
            <p:ph type="title"/>
          </p:nvPr>
        </p:nvSpPr>
        <p:spPr>
          <a:xfrm>
            <a:off x="383876" y="175344"/>
            <a:ext cx="10515600" cy="842573"/>
          </a:xfrm>
        </p:spPr>
        <p:txBody>
          <a:bodyPr/>
          <a:lstStyle/>
          <a:p>
            <a:r>
              <a:rPr lang="en-US" dirty="0"/>
              <a:t>Number of Orders and Products Weekly</a:t>
            </a:r>
          </a:p>
        </p:txBody>
      </p:sp>
      <p:pic>
        <p:nvPicPr>
          <p:cNvPr id="5" name="Picture 4">
            <a:extLst>
              <a:ext uri="{FF2B5EF4-FFF2-40B4-BE49-F238E27FC236}">
                <a16:creationId xmlns:a16="http://schemas.microsoft.com/office/drawing/2014/main" id="{3A07F94A-C518-49A0-078F-80C67BEEA8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5963" y="1541253"/>
            <a:ext cx="6629739" cy="5219766"/>
          </a:xfrm>
          <a:prstGeom prst="rect">
            <a:avLst/>
          </a:prstGeom>
        </p:spPr>
      </p:pic>
      <p:sp>
        <p:nvSpPr>
          <p:cNvPr id="6" name="TextBox 5">
            <a:extLst>
              <a:ext uri="{FF2B5EF4-FFF2-40B4-BE49-F238E27FC236}">
                <a16:creationId xmlns:a16="http://schemas.microsoft.com/office/drawing/2014/main" id="{D2E24464-F6B0-2261-47A1-C9F594087D35}"/>
              </a:ext>
            </a:extLst>
          </p:cNvPr>
          <p:cNvSpPr txBox="1"/>
          <p:nvPr/>
        </p:nvSpPr>
        <p:spPr>
          <a:xfrm>
            <a:off x="109268" y="1004807"/>
            <a:ext cx="4331114" cy="5693866"/>
          </a:xfrm>
          <a:prstGeom prst="rect">
            <a:avLst/>
          </a:prstGeom>
          <a:noFill/>
        </p:spPr>
        <p:txBody>
          <a:bodyPr wrap="square">
            <a:spAutoFit/>
          </a:bodyPr>
          <a:lstStyle/>
          <a:p>
            <a:r>
              <a:rPr lang="en-IE" sz="2800" b="0" i="0" u="none" strike="noStrike" dirty="0">
                <a:solidFill>
                  <a:srgbClr val="374151"/>
                </a:solidFill>
                <a:effectLst/>
                <a:latin typeface="Bookman Old Style" panose="02050604050505020204" pitchFamily="18" charset="0"/>
              </a:rPr>
              <a:t>Number of orders across the weeks is erratic. It shows a downward trend in the year 2020 due to lack of sufficient data.</a:t>
            </a:r>
          </a:p>
          <a:p>
            <a:endParaRPr lang="en-IE" sz="2800" dirty="0">
              <a:solidFill>
                <a:srgbClr val="374151"/>
              </a:solidFill>
              <a:latin typeface="Bookman Old Style" panose="02050604050505020204" pitchFamily="18" charset="0"/>
            </a:endParaRPr>
          </a:p>
          <a:p>
            <a:r>
              <a:rPr lang="en-IE" sz="2800" dirty="0">
                <a:solidFill>
                  <a:srgbClr val="374151"/>
                </a:solidFill>
                <a:latin typeface="Bookman Old Style" panose="02050604050505020204" pitchFamily="18" charset="0"/>
              </a:rPr>
              <a:t>Number of products is erratic and needs to be investigated further to establish if there is any trend across the quarters.</a:t>
            </a:r>
            <a:endParaRPr lang="en-US" sz="2800" dirty="0">
              <a:latin typeface="Bookman Old Style" panose="02050604050505020204" pitchFamily="18" charset="0"/>
            </a:endParaRPr>
          </a:p>
        </p:txBody>
      </p:sp>
    </p:spTree>
    <p:extLst>
      <p:ext uri="{BB962C8B-B14F-4D97-AF65-F5344CB8AC3E}">
        <p14:creationId xmlns:p14="http://schemas.microsoft.com/office/powerpoint/2010/main" val="6108905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B0FC2-5B8F-0A47-B0E2-6E7BCA1C5DA4}"/>
              </a:ext>
            </a:extLst>
          </p:cNvPr>
          <p:cNvSpPr>
            <a:spLocks noGrp="1"/>
          </p:cNvSpPr>
          <p:nvPr>
            <p:ph type="title"/>
          </p:nvPr>
        </p:nvSpPr>
        <p:spPr>
          <a:xfrm>
            <a:off x="339437" y="226580"/>
            <a:ext cx="10494818" cy="604693"/>
          </a:xfrm>
        </p:spPr>
        <p:txBody>
          <a:bodyPr>
            <a:noAutofit/>
          </a:bodyPr>
          <a:lstStyle/>
          <a:p>
            <a:r>
              <a:rPr lang="en-US" sz="3800" dirty="0"/>
              <a:t>Number of Orders in Days of the Week</a:t>
            </a:r>
          </a:p>
        </p:txBody>
      </p:sp>
      <p:sp>
        <p:nvSpPr>
          <p:cNvPr id="6" name="TextBox 5">
            <a:extLst>
              <a:ext uri="{FF2B5EF4-FFF2-40B4-BE49-F238E27FC236}">
                <a16:creationId xmlns:a16="http://schemas.microsoft.com/office/drawing/2014/main" id="{62677784-339A-A75E-4068-F1AD14293080}"/>
              </a:ext>
            </a:extLst>
          </p:cNvPr>
          <p:cNvSpPr txBox="1"/>
          <p:nvPr/>
        </p:nvSpPr>
        <p:spPr>
          <a:xfrm>
            <a:off x="339437" y="1912280"/>
            <a:ext cx="4331114" cy="2677656"/>
          </a:xfrm>
          <a:prstGeom prst="rect">
            <a:avLst/>
          </a:prstGeom>
          <a:noFill/>
        </p:spPr>
        <p:txBody>
          <a:bodyPr wrap="square">
            <a:spAutoFit/>
          </a:bodyPr>
          <a:lstStyle/>
          <a:p>
            <a:r>
              <a:rPr lang="en-IE" sz="2800" b="0" i="0" u="none" strike="noStrike" dirty="0">
                <a:solidFill>
                  <a:srgbClr val="374151"/>
                </a:solidFill>
                <a:effectLst/>
                <a:latin typeface="Bookman Old Style" panose="02050604050505020204" pitchFamily="18" charset="0"/>
              </a:rPr>
              <a:t>Number of orders across the days increase as the week progresses from Monday to Sunday</a:t>
            </a:r>
          </a:p>
          <a:p>
            <a:endParaRPr lang="en-IE" sz="2800" dirty="0">
              <a:solidFill>
                <a:srgbClr val="374151"/>
              </a:solidFill>
              <a:latin typeface="Bookman Old Style" panose="02050604050505020204" pitchFamily="18" charset="0"/>
            </a:endParaRPr>
          </a:p>
        </p:txBody>
      </p:sp>
      <p:pic>
        <p:nvPicPr>
          <p:cNvPr id="8" name="Picture 7">
            <a:extLst>
              <a:ext uri="{FF2B5EF4-FFF2-40B4-BE49-F238E27FC236}">
                <a16:creationId xmlns:a16="http://schemas.microsoft.com/office/drawing/2014/main" id="{74C34763-0F94-ED41-B5D6-797B0AC710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6753" y="1394457"/>
            <a:ext cx="6820891" cy="4791598"/>
          </a:xfrm>
          <a:prstGeom prst="rect">
            <a:avLst/>
          </a:prstGeom>
        </p:spPr>
      </p:pic>
    </p:spTree>
    <p:extLst>
      <p:ext uri="{BB962C8B-B14F-4D97-AF65-F5344CB8AC3E}">
        <p14:creationId xmlns:p14="http://schemas.microsoft.com/office/powerpoint/2010/main" val="1863157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2FBDC83-9980-5B3C-9B56-21476B87E5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43400" y="1271841"/>
            <a:ext cx="7535079" cy="4893431"/>
          </a:xfrm>
          <a:prstGeom prst="rect">
            <a:avLst/>
          </a:prstGeom>
        </p:spPr>
      </p:pic>
      <p:sp>
        <p:nvSpPr>
          <p:cNvPr id="6" name="Title 1">
            <a:extLst>
              <a:ext uri="{FF2B5EF4-FFF2-40B4-BE49-F238E27FC236}">
                <a16:creationId xmlns:a16="http://schemas.microsoft.com/office/drawing/2014/main" id="{1F1E353C-0AE4-9FF4-7996-342E2DEC7779}"/>
              </a:ext>
            </a:extLst>
          </p:cNvPr>
          <p:cNvSpPr>
            <a:spLocks noGrp="1"/>
          </p:cNvSpPr>
          <p:nvPr>
            <p:ph type="title"/>
          </p:nvPr>
        </p:nvSpPr>
        <p:spPr>
          <a:xfrm>
            <a:off x="339437" y="226580"/>
            <a:ext cx="10494818" cy="604693"/>
          </a:xfrm>
        </p:spPr>
        <p:txBody>
          <a:bodyPr>
            <a:noAutofit/>
          </a:bodyPr>
          <a:lstStyle/>
          <a:p>
            <a:r>
              <a:rPr lang="en-US" sz="3800" dirty="0"/>
              <a:t>Number of Products in Days of the Week</a:t>
            </a:r>
          </a:p>
        </p:txBody>
      </p:sp>
      <p:sp>
        <p:nvSpPr>
          <p:cNvPr id="7" name="TextBox 6">
            <a:extLst>
              <a:ext uri="{FF2B5EF4-FFF2-40B4-BE49-F238E27FC236}">
                <a16:creationId xmlns:a16="http://schemas.microsoft.com/office/drawing/2014/main" id="{4B06C080-97F6-704A-B7E7-B67961576D82}"/>
              </a:ext>
            </a:extLst>
          </p:cNvPr>
          <p:cNvSpPr txBox="1"/>
          <p:nvPr/>
        </p:nvSpPr>
        <p:spPr>
          <a:xfrm>
            <a:off x="339437" y="1912280"/>
            <a:ext cx="4331114" cy="2677656"/>
          </a:xfrm>
          <a:prstGeom prst="rect">
            <a:avLst/>
          </a:prstGeom>
          <a:noFill/>
        </p:spPr>
        <p:txBody>
          <a:bodyPr wrap="square">
            <a:spAutoFit/>
          </a:bodyPr>
          <a:lstStyle/>
          <a:p>
            <a:r>
              <a:rPr lang="en-IE" sz="2800" b="0" i="0" u="none" strike="noStrike" dirty="0">
                <a:solidFill>
                  <a:srgbClr val="374151"/>
                </a:solidFill>
                <a:effectLst/>
                <a:latin typeface="Bookman Old Style" panose="02050604050505020204" pitchFamily="18" charset="0"/>
              </a:rPr>
              <a:t>Number of Products across the days increase as the week progresses from Monday to Sunday</a:t>
            </a:r>
          </a:p>
          <a:p>
            <a:endParaRPr lang="en-IE" sz="2800" dirty="0">
              <a:solidFill>
                <a:srgbClr val="374151"/>
              </a:solidFill>
              <a:latin typeface="Bookman Old Style" panose="02050604050505020204" pitchFamily="18" charset="0"/>
            </a:endParaRPr>
          </a:p>
        </p:txBody>
      </p:sp>
    </p:spTree>
    <p:extLst>
      <p:ext uri="{BB962C8B-B14F-4D97-AF65-F5344CB8AC3E}">
        <p14:creationId xmlns:p14="http://schemas.microsoft.com/office/powerpoint/2010/main" val="2761641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B2C47D9-3C4D-1855-6E97-57C654B1372F}"/>
              </a:ext>
            </a:extLst>
          </p:cNvPr>
          <p:cNvSpPr>
            <a:spLocks noGrp="1"/>
          </p:cNvSpPr>
          <p:nvPr>
            <p:ph type="title"/>
          </p:nvPr>
        </p:nvSpPr>
        <p:spPr>
          <a:xfrm>
            <a:off x="402565" y="73192"/>
            <a:ext cx="10861964" cy="590839"/>
          </a:xfrm>
        </p:spPr>
        <p:txBody>
          <a:bodyPr>
            <a:normAutofit fontScale="90000"/>
          </a:bodyPr>
          <a:lstStyle/>
          <a:p>
            <a:r>
              <a:rPr lang="en-US" dirty="0">
                <a:latin typeface="Bookman Old Style" panose="02050604050505020204" pitchFamily="18" charset="0"/>
              </a:rPr>
              <a:t>Top ordered products- 2018</a:t>
            </a:r>
            <a:endParaRPr lang="en-US" dirty="0"/>
          </a:p>
        </p:txBody>
      </p:sp>
      <p:pic>
        <p:nvPicPr>
          <p:cNvPr id="6" name="Picture 5" descr="A graph of blue and white lines&#10;&#10;AI-generated content may be incorrect.">
            <a:extLst>
              <a:ext uri="{FF2B5EF4-FFF2-40B4-BE49-F238E27FC236}">
                <a16:creationId xmlns:a16="http://schemas.microsoft.com/office/drawing/2014/main" id="{24D72AB1-8E4E-3CD3-7D99-F7D53FBDE4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6236" y="726414"/>
            <a:ext cx="6975764" cy="5709022"/>
          </a:xfrm>
          <a:prstGeom prst="rect">
            <a:avLst/>
          </a:prstGeom>
        </p:spPr>
      </p:pic>
      <p:sp>
        <p:nvSpPr>
          <p:cNvPr id="8" name="TextBox 7">
            <a:extLst>
              <a:ext uri="{FF2B5EF4-FFF2-40B4-BE49-F238E27FC236}">
                <a16:creationId xmlns:a16="http://schemas.microsoft.com/office/drawing/2014/main" id="{2B800F62-8C5F-0E44-D793-E955B53C10A4}"/>
              </a:ext>
            </a:extLst>
          </p:cNvPr>
          <p:cNvSpPr txBox="1"/>
          <p:nvPr/>
        </p:nvSpPr>
        <p:spPr>
          <a:xfrm>
            <a:off x="172529" y="877574"/>
            <a:ext cx="5003320" cy="2308324"/>
          </a:xfrm>
          <a:prstGeom prst="rect">
            <a:avLst/>
          </a:prstGeom>
          <a:noFill/>
        </p:spPr>
        <p:txBody>
          <a:bodyPr wrap="square">
            <a:spAutoFit/>
          </a:bodyPr>
          <a:lstStyle/>
          <a:p>
            <a:r>
              <a:rPr lang="en-US" dirty="0"/>
              <a:t>The 2018 transaction data reveals that customer demand was highly concentrated across staple food items and select personal care products. The top five products accounted for a significant portion of orders, with the highest-ranked item (Cereals) only exceeding the lowest-ranked item (Lunch Meat) by 22 orders, indicating a tight competition among the top performers.</a:t>
            </a:r>
          </a:p>
        </p:txBody>
      </p:sp>
      <p:graphicFrame>
        <p:nvGraphicFramePr>
          <p:cNvPr id="11" name="Table 10">
            <a:extLst>
              <a:ext uri="{FF2B5EF4-FFF2-40B4-BE49-F238E27FC236}">
                <a16:creationId xmlns:a16="http://schemas.microsoft.com/office/drawing/2014/main" id="{686C965A-2F5E-8870-A7F8-20B041C38726}"/>
              </a:ext>
            </a:extLst>
          </p:cNvPr>
          <p:cNvGraphicFramePr>
            <a:graphicFrameLocks noGrp="1"/>
          </p:cNvGraphicFramePr>
          <p:nvPr>
            <p:extLst>
              <p:ext uri="{D42A27DB-BD31-4B8C-83A1-F6EECF244321}">
                <p14:modId xmlns:p14="http://schemas.microsoft.com/office/powerpoint/2010/main" val="2281699902"/>
              </p:ext>
            </p:extLst>
          </p:nvPr>
        </p:nvGraphicFramePr>
        <p:xfrm>
          <a:off x="291859" y="3185898"/>
          <a:ext cx="4820732" cy="3413760"/>
        </p:xfrm>
        <a:graphic>
          <a:graphicData uri="http://schemas.openxmlformats.org/drawingml/2006/table">
            <a:tbl>
              <a:tblPr/>
              <a:tblGrid>
                <a:gridCol w="1205183">
                  <a:extLst>
                    <a:ext uri="{9D8B030D-6E8A-4147-A177-3AD203B41FA5}">
                      <a16:colId xmlns:a16="http://schemas.microsoft.com/office/drawing/2014/main" val="918850643"/>
                    </a:ext>
                  </a:extLst>
                </a:gridCol>
                <a:gridCol w="1205183">
                  <a:extLst>
                    <a:ext uri="{9D8B030D-6E8A-4147-A177-3AD203B41FA5}">
                      <a16:colId xmlns:a16="http://schemas.microsoft.com/office/drawing/2014/main" val="2845072311"/>
                    </a:ext>
                  </a:extLst>
                </a:gridCol>
                <a:gridCol w="1205183">
                  <a:extLst>
                    <a:ext uri="{9D8B030D-6E8A-4147-A177-3AD203B41FA5}">
                      <a16:colId xmlns:a16="http://schemas.microsoft.com/office/drawing/2014/main" val="2738619559"/>
                    </a:ext>
                  </a:extLst>
                </a:gridCol>
                <a:gridCol w="1205183">
                  <a:extLst>
                    <a:ext uri="{9D8B030D-6E8A-4147-A177-3AD203B41FA5}">
                      <a16:colId xmlns:a16="http://schemas.microsoft.com/office/drawing/2014/main" val="2897880477"/>
                    </a:ext>
                  </a:extLst>
                </a:gridCol>
              </a:tblGrid>
              <a:tr h="515764">
                <a:tc>
                  <a:txBody>
                    <a:bodyPr/>
                    <a:lstStyle/>
                    <a:p>
                      <a:pPr>
                        <a:buNone/>
                      </a:pPr>
                      <a:r>
                        <a:rPr lang="en-US" sz="1400"/>
                        <a:t>Rank</a:t>
                      </a:r>
                    </a:p>
                  </a:txBody>
                  <a:tcPr anchor="ctr">
                    <a:lnL>
                      <a:noFill/>
                    </a:lnL>
                    <a:lnR>
                      <a:noFill/>
                    </a:lnR>
                    <a:lnT>
                      <a:noFill/>
                    </a:lnT>
                    <a:lnB>
                      <a:noFill/>
                    </a:lnB>
                    <a:noFill/>
                  </a:tcPr>
                </a:tc>
                <a:tc>
                  <a:txBody>
                    <a:bodyPr/>
                    <a:lstStyle/>
                    <a:p>
                      <a:pPr>
                        <a:buNone/>
                      </a:pPr>
                      <a:r>
                        <a:rPr lang="en-US" sz="1400"/>
                        <a:t>Product</a:t>
                      </a:r>
                    </a:p>
                  </a:txBody>
                  <a:tcPr anchor="ctr">
                    <a:lnL>
                      <a:noFill/>
                    </a:lnL>
                    <a:lnR>
                      <a:noFill/>
                    </a:lnR>
                    <a:lnT>
                      <a:noFill/>
                    </a:lnT>
                    <a:lnB>
                      <a:noFill/>
                    </a:lnB>
                    <a:noFill/>
                  </a:tcPr>
                </a:tc>
                <a:tc>
                  <a:txBody>
                    <a:bodyPr/>
                    <a:lstStyle/>
                    <a:p>
                      <a:pPr>
                        <a:buNone/>
                      </a:pPr>
                      <a:r>
                        <a:rPr lang="en-US" sz="1400"/>
                        <a:t>Number of Orders</a:t>
                      </a:r>
                    </a:p>
                  </a:txBody>
                  <a:tcPr anchor="ctr">
                    <a:lnL>
                      <a:noFill/>
                    </a:lnL>
                    <a:lnR>
                      <a:noFill/>
                    </a:lnR>
                    <a:lnT>
                      <a:noFill/>
                    </a:lnT>
                    <a:lnB>
                      <a:noFill/>
                    </a:lnB>
                    <a:noFill/>
                  </a:tcPr>
                </a:tc>
                <a:tc>
                  <a:txBody>
                    <a:bodyPr/>
                    <a:lstStyle/>
                    <a:p>
                      <a:pPr>
                        <a:buNone/>
                      </a:pPr>
                      <a:r>
                        <a:rPr lang="en-US" sz="1400"/>
                        <a:t>Demand Type</a:t>
                      </a:r>
                    </a:p>
                  </a:txBody>
                  <a:tcPr anchor="ctr">
                    <a:lnL>
                      <a:noFill/>
                    </a:lnL>
                    <a:lnR>
                      <a:noFill/>
                    </a:lnR>
                    <a:lnT>
                      <a:noFill/>
                    </a:lnT>
                    <a:lnB>
                      <a:noFill/>
                    </a:lnB>
                    <a:noFill/>
                  </a:tcPr>
                </a:tc>
                <a:extLst>
                  <a:ext uri="{0D108BD9-81ED-4DB2-BD59-A6C34878D82A}">
                    <a16:rowId xmlns:a16="http://schemas.microsoft.com/office/drawing/2014/main" val="2153028981"/>
                  </a:ext>
                </a:extLst>
              </a:tr>
              <a:tr h="515764">
                <a:tc>
                  <a:txBody>
                    <a:bodyPr/>
                    <a:lstStyle/>
                    <a:p>
                      <a:pPr>
                        <a:buNone/>
                      </a:pPr>
                      <a:r>
                        <a:rPr lang="en-US" sz="1400" b="1"/>
                        <a:t>1</a:t>
                      </a:r>
                      <a:endParaRPr lang="en-US" sz="1400"/>
                    </a:p>
                  </a:txBody>
                  <a:tcPr anchor="ctr">
                    <a:lnL>
                      <a:noFill/>
                    </a:lnL>
                    <a:lnR>
                      <a:noFill/>
                    </a:lnR>
                    <a:lnT>
                      <a:noFill/>
                    </a:lnT>
                    <a:lnB>
                      <a:noFill/>
                    </a:lnB>
                    <a:noFill/>
                  </a:tcPr>
                </a:tc>
                <a:tc>
                  <a:txBody>
                    <a:bodyPr/>
                    <a:lstStyle/>
                    <a:p>
                      <a:pPr>
                        <a:buNone/>
                      </a:pPr>
                      <a:r>
                        <a:rPr lang="en-US" sz="1400" b="1"/>
                        <a:t>Cereals</a:t>
                      </a:r>
                      <a:endParaRPr lang="en-US" sz="1400"/>
                    </a:p>
                  </a:txBody>
                  <a:tcPr anchor="ctr">
                    <a:lnL>
                      <a:noFill/>
                    </a:lnL>
                    <a:lnR>
                      <a:noFill/>
                    </a:lnR>
                    <a:lnT>
                      <a:noFill/>
                    </a:lnT>
                    <a:lnB>
                      <a:noFill/>
                    </a:lnB>
                    <a:noFill/>
                  </a:tcPr>
                </a:tc>
                <a:tc>
                  <a:txBody>
                    <a:bodyPr/>
                    <a:lstStyle/>
                    <a:p>
                      <a:pPr>
                        <a:buNone/>
                      </a:pPr>
                      <a:r>
                        <a:rPr lang="en-US" sz="1400" b="1"/>
                        <a:t>291</a:t>
                      </a:r>
                      <a:endParaRPr lang="en-US" sz="1400"/>
                    </a:p>
                  </a:txBody>
                  <a:tcPr anchor="ctr">
                    <a:lnL>
                      <a:noFill/>
                    </a:lnL>
                    <a:lnR>
                      <a:noFill/>
                    </a:lnR>
                    <a:lnT>
                      <a:noFill/>
                    </a:lnT>
                    <a:lnB>
                      <a:noFill/>
                    </a:lnB>
                    <a:noFill/>
                  </a:tcPr>
                </a:tc>
                <a:tc>
                  <a:txBody>
                    <a:bodyPr/>
                    <a:lstStyle/>
                    <a:p>
                      <a:pPr>
                        <a:buNone/>
                      </a:pPr>
                      <a:r>
                        <a:rPr lang="en-US" sz="1400"/>
                        <a:t>Staple/Breakfast</a:t>
                      </a:r>
                    </a:p>
                  </a:txBody>
                  <a:tcPr anchor="ctr">
                    <a:lnL>
                      <a:noFill/>
                    </a:lnL>
                    <a:lnR>
                      <a:noFill/>
                    </a:lnR>
                    <a:lnT>
                      <a:noFill/>
                    </a:lnT>
                    <a:lnB>
                      <a:noFill/>
                    </a:lnB>
                    <a:noFill/>
                  </a:tcPr>
                </a:tc>
                <a:extLst>
                  <a:ext uri="{0D108BD9-81ED-4DB2-BD59-A6C34878D82A}">
                    <a16:rowId xmlns:a16="http://schemas.microsoft.com/office/drawing/2014/main" val="1461368356"/>
                  </a:ext>
                </a:extLst>
              </a:tr>
              <a:tr h="515764">
                <a:tc>
                  <a:txBody>
                    <a:bodyPr/>
                    <a:lstStyle/>
                    <a:p>
                      <a:pPr>
                        <a:buNone/>
                      </a:pPr>
                      <a:r>
                        <a:rPr lang="en-US" sz="1400" b="1"/>
                        <a:t>2</a:t>
                      </a:r>
                      <a:endParaRPr lang="en-US" sz="1400"/>
                    </a:p>
                  </a:txBody>
                  <a:tcPr anchor="ctr">
                    <a:lnL>
                      <a:noFill/>
                    </a:lnL>
                    <a:lnR>
                      <a:noFill/>
                    </a:lnR>
                    <a:lnT>
                      <a:noFill/>
                    </a:lnT>
                    <a:lnB>
                      <a:noFill/>
                    </a:lnB>
                    <a:noFill/>
                  </a:tcPr>
                </a:tc>
                <a:tc>
                  <a:txBody>
                    <a:bodyPr/>
                    <a:lstStyle/>
                    <a:p>
                      <a:pPr>
                        <a:buNone/>
                      </a:pPr>
                      <a:r>
                        <a:rPr lang="en-US" sz="1400" b="1"/>
                        <a:t>Poultry</a:t>
                      </a:r>
                      <a:endParaRPr lang="en-US" sz="1400"/>
                    </a:p>
                  </a:txBody>
                  <a:tcPr anchor="ctr">
                    <a:lnL>
                      <a:noFill/>
                    </a:lnL>
                    <a:lnR>
                      <a:noFill/>
                    </a:lnR>
                    <a:lnT>
                      <a:noFill/>
                    </a:lnT>
                    <a:lnB>
                      <a:noFill/>
                    </a:lnB>
                    <a:noFill/>
                  </a:tcPr>
                </a:tc>
                <a:tc>
                  <a:txBody>
                    <a:bodyPr/>
                    <a:lstStyle/>
                    <a:p>
                      <a:pPr>
                        <a:buNone/>
                      </a:pPr>
                      <a:r>
                        <a:rPr lang="en-US" sz="1400" b="1"/>
                        <a:t>287</a:t>
                      </a:r>
                      <a:endParaRPr lang="en-US" sz="1400"/>
                    </a:p>
                  </a:txBody>
                  <a:tcPr anchor="ctr">
                    <a:lnL>
                      <a:noFill/>
                    </a:lnL>
                    <a:lnR>
                      <a:noFill/>
                    </a:lnR>
                    <a:lnT>
                      <a:noFill/>
                    </a:lnT>
                    <a:lnB>
                      <a:noFill/>
                    </a:lnB>
                    <a:noFill/>
                  </a:tcPr>
                </a:tc>
                <a:tc>
                  <a:txBody>
                    <a:bodyPr/>
                    <a:lstStyle/>
                    <a:p>
                      <a:pPr>
                        <a:buNone/>
                      </a:pPr>
                      <a:r>
                        <a:rPr lang="en-US" sz="1400"/>
                        <a:t>Staple/Protein</a:t>
                      </a:r>
                    </a:p>
                  </a:txBody>
                  <a:tcPr anchor="ctr">
                    <a:lnL>
                      <a:noFill/>
                    </a:lnL>
                    <a:lnR>
                      <a:noFill/>
                    </a:lnR>
                    <a:lnT>
                      <a:noFill/>
                    </a:lnT>
                    <a:lnB>
                      <a:noFill/>
                    </a:lnB>
                    <a:noFill/>
                  </a:tcPr>
                </a:tc>
                <a:extLst>
                  <a:ext uri="{0D108BD9-81ED-4DB2-BD59-A6C34878D82A}">
                    <a16:rowId xmlns:a16="http://schemas.microsoft.com/office/drawing/2014/main" val="9347567"/>
                  </a:ext>
                </a:extLst>
              </a:tr>
              <a:tr h="515764">
                <a:tc>
                  <a:txBody>
                    <a:bodyPr/>
                    <a:lstStyle/>
                    <a:p>
                      <a:pPr>
                        <a:buNone/>
                      </a:pPr>
                      <a:r>
                        <a:rPr lang="en-US" sz="1400" b="1"/>
                        <a:t>3</a:t>
                      </a:r>
                      <a:endParaRPr lang="en-US" sz="1400"/>
                    </a:p>
                  </a:txBody>
                  <a:tcPr anchor="ctr">
                    <a:lnL>
                      <a:noFill/>
                    </a:lnL>
                    <a:lnR>
                      <a:noFill/>
                    </a:lnR>
                    <a:lnT>
                      <a:noFill/>
                    </a:lnT>
                    <a:lnB>
                      <a:noFill/>
                    </a:lnB>
                    <a:noFill/>
                  </a:tcPr>
                </a:tc>
                <a:tc>
                  <a:txBody>
                    <a:bodyPr/>
                    <a:lstStyle/>
                    <a:p>
                      <a:pPr>
                        <a:buNone/>
                      </a:pPr>
                      <a:r>
                        <a:rPr lang="en-US" sz="1400"/>
                        <a:t>Flour</a:t>
                      </a:r>
                    </a:p>
                  </a:txBody>
                  <a:tcPr anchor="ctr">
                    <a:lnL>
                      <a:noFill/>
                    </a:lnL>
                    <a:lnR>
                      <a:noFill/>
                    </a:lnR>
                    <a:lnT>
                      <a:noFill/>
                    </a:lnT>
                    <a:lnB>
                      <a:noFill/>
                    </a:lnB>
                    <a:noFill/>
                  </a:tcPr>
                </a:tc>
                <a:tc>
                  <a:txBody>
                    <a:bodyPr/>
                    <a:lstStyle/>
                    <a:p>
                      <a:pPr>
                        <a:buNone/>
                      </a:pPr>
                      <a:r>
                        <a:rPr lang="en-US" sz="1400"/>
                        <a:t>280</a:t>
                      </a:r>
                    </a:p>
                  </a:txBody>
                  <a:tcPr anchor="ctr">
                    <a:lnL>
                      <a:noFill/>
                    </a:lnL>
                    <a:lnR>
                      <a:noFill/>
                    </a:lnR>
                    <a:lnT>
                      <a:noFill/>
                    </a:lnT>
                    <a:lnB>
                      <a:noFill/>
                    </a:lnB>
                    <a:noFill/>
                  </a:tcPr>
                </a:tc>
                <a:tc>
                  <a:txBody>
                    <a:bodyPr/>
                    <a:lstStyle/>
                    <a:p>
                      <a:pPr>
                        <a:buNone/>
                      </a:pPr>
                      <a:r>
                        <a:rPr lang="en-US" sz="1400"/>
                        <a:t>Cooking Staple</a:t>
                      </a:r>
                    </a:p>
                  </a:txBody>
                  <a:tcPr anchor="ctr">
                    <a:lnL>
                      <a:noFill/>
                    </a:lnL>
                    <a:lnR>
                      <a:noFill/>
                    </a:lnR>
                    <a:lnT>
                      <a:noFill/>
                    </a:lnT>
                    <a:lnB>
                      <a:noFill/>
                    </a:lnB>
                    <a:noFill/>
                  </a:tcPr>
                </a:tc>
                <a:extLst>
                  <a:ext uri="{0D108BD9-81ED-4DB2-BD59-A6C34878D82A}">
                    <a16:rowId xmlns:a16="http://schemas.microsoft.com/office/drawing/2014/main" val="3241049833"/>
                  </a:ext>
                </a:extLst>
              </a:tr>
              <a:tr h="515764">
                <a:tc>
                  <a:txBody>
                    <a:bodyPr/>
                    <a:lstStyle/>
                    <a:p>
                      <a:pPr>
                        <a:buNone/>
                      </a:pPr>
                      <a:r>
                        <a:rPr lang="en-US" sz="1400" b="1"/>
                        <a:t>4</a:t>
                      </a:r>
                      <a:endParaRPr lang="en-US" sz="1400"/>
                    </a:p>
                  </a:txBody>
                  <a:tcPr anchor="ctr">
                    <a:lnL>
                      <a:noFill/>
                    </a:lnL>
                    <a:lnR>
                      <a:noFill/>
                    </a:lnR>
                    <a:lnT>
                      <a:noFill/>
                    </a:lnT>
                    <a:lnB>
                      <a:noFill/>
                    </a:lnB>
                    <a:noFill/>
                  </a:tcPr>
                </a:tc>
                <a:tc>
                  <a:txBody>
                    <a:bodyPr/>
                    <a:lstStyle/>
                    <a:p>
                      <a:pPr>
                        <a:buNone/>
                      </a:pPr>
                      <a:r>
                        <a:rPr lang="en-US" sz="1400"/>
                        <a:t>Shampoo</a:t>
                      </a:r>
                    </a:p>
                  </a:txBody>
                  <a:tcPr anchor="ctr">
                    <a:lnL>
                      <a:noFill/>
                    </a:lnL>
                    <a:lnR>
                      <a:noFill/>
                    </a:lnR>
                    <a:lnT>
                      <a:noFill/>
                    </a:lnT>
                    <a:lnB>
                      <a:noFill/>
                    </a:lnB>
                    <a:noFill/>
                  </a:tcPr>
                </a:tc>
                <a:tc>
                  <a:txBody>
                    <a:bodyPr/>
                    <a:lstStyle/>
                    <a:p>
                      <a:pPr>
                        <a:buNone/>
                      </a:pPr>
                      <a:r>
                        <a:rPr lang="en-US" sz="1400" dirty="0"/>
                        <a:t>275</a:t>
                      </a:r>
                    </a:p>
                  </a:txBody>
                  <a:tcPr anchor="ctr">
                    <a:lnL>
                      <a:noFill/>
                    </a:lnL>
                    <a:lnR>
                      <a:noFill/>
                    </a:lnR>
                    <a:lnT>
                      <a:noFill/>
                    </a:lnT>
                    <a:lnB>
                      <a:noFill/>
                    </a:lnB>
                    <a:noFill/>
                  </a:tcPr>
                </a:tc>
                <a:tc>
                  <a:txBody>
                    <a:bodyPr/>
                    <a:lstStyle/>
                    <a:p>
                      <a:pPr>
                        <a:buNone/>
                      </a:pPr>
                      <a:r>
                        <a:rPr lang="en-US" sz="1400"/>
                        <a:t>Personal Care</a:t>
                      </a:r>
                    </a:p>
                  </a:txBody>
                  <a:tcPr anchor="ctr">
                    <a:lnL>
                      <a:noFill/>
                    </a:lnL>
                    <a:lnR>
                      <a:noFill/>
                    </a:lnR>
                    <a:lnT>
                      <a:noFill/>
                    </a:lnT>
                    <a:lnB>
                      <a:noFill/>
                    </a:lnB>
                    <a:noFill/>
                  </a:tcPr>
                </a:tc>
                <a:extLst>
                  <a:ext uri="{0D108BD9-81ED-4DB2-BD59-A6C34878D82A}">
                    <a16:rowId xmlns:a16="http://schemas.microsoft.com/office/drawing/2014/main" val="1684649752"/>
                  </a:ext>
                </a:extLst>
              </a:tr>
              <a:tr h="515764">
                <a:tc>
                  <a:txBody>
                    <a:bodyPr/>
                    <a:lstStyle/>
                    <a:p>
                      <a:pPr>
                        <a:buNone/>
                      </a:pPr>
                      <a:r>
                        <a:rPr lang="en-US" sz="1400" b="1"/>
                        <a:t>5</a:t>
                      </a:r>
                      <a:endParaRPr lang="en-US" sz="1400"/>
                    </a:p>
                  </a:txBody>
                  <a:tcPr anchor="ctr">
                    <a:lnL>
                      <a:noFill/>
                    </a:lnL>
                    <a:lnR>
                      <a:noFill/>
                    </a:lnR>
                    <a:lnT>
                      <a:noFill/>
                    </a:lnT>
                    <a:lnB>
                      <a:noFill/>
                    </a:lnB>
                    <a:noFill/>
                  </a:tcPr>
                </a:tc>
                <a:tc>
                  <a:txBody>
                    <a:bodyPr/>
                    <a:lstStyle/>
                    <a:p>
                      <a:pPr>
                        <a:buNone/>
                      </a:pPr>
                      <a:r>
                        <a:rPr lang="en-US" sz="1400"/>
                        <a:t>Lunch Meat</a:t>
                      </a:r>
                    </a:p>
                  </a:txBody>
                  <a:tcPr anchor="ctr">
                    <a:lnL>
                      <a:noFill/>
                    </a:lnL>
                    <a:lnR>
                      <a:noFill/>
                    </a:lnR>
                    <a:lnT>
                      <a:noFill/>
                    </a:lnT>
                    <a:lnB>
                      <a:noFill/>
                    </a:lnB>
                    <a:noFill/>
                  </a:tcPr>
                </a:tc>
                <a:tc>
                  <a:txBody>
                    <a:bodyPr/>
                    <a:lstStyle/>
                    <a:p>
                      <a:pPr>
                        <a:buNone/>
                      </a:pPr>
                      <a:r>
                        <a:rPr lang="en-US" sz="1400"/>
                        <a:t>269</a:t>
                      </a:r>
                    </a:p>
                  </a:txBody>
                  <a:tcPr anchor="ctr">
                    <a:lnL>
                      <a:noFill/>
                    </a:lnL>
                    <a:lnR>
                      <a:noFill/>
                    </a:lnR>
                    <a:lnT>
                      <a:noFill/>
                    </a:lnT>
                    <a:lnB>
                      <a:noFill/>
                    </a:lnB>
                    <a:noFill/>
                  </a:tcPr>
                </a:tc>
                <a:tc>
                  <a:txBody>
                    <a:bodyPr/>
                    <a:lstStyle/>
                    <a:p>
                      <a:pPr>
                        <a:buNone/>
                      </a:pPr>
                      <a:r>
                        <a:rPr lang="en-US" sz="1400" dirty="0"/>
                        <a:t>Convenience Food</a:t>
                      </a:r>
                    </a:p>
                  </a:txBody>
                  <a:tcPr anchor="ctr">
                    <a:lnL>
                      <a:noFill/>
                    </a:lnL>
                    <a:lnR>
                      <a:noFill/>
                    </a:lnR>
                    <a:lnT>
                      <a:noFill/>
                    </a:lnT>
                    <a:lnB>
                      <a:noFill/>
                    </a:lnB>
                    <a:noFill/>
                  </a:tcPr>
                </a:tc>
                <a:extLst>
                  <a:ext uri="{0D108BD9-81ED-4DB2-BD59-A6C34878D82A}">
                    <a16:rowId xmlns:a16="http://schemas.microsoft.com/office/drawing/2014/main" val="2922786793"/>
                  </a:ext>
                </a:extLst>
              </a:tr>
              <a:tr h="298600">
                <a:tc>
                  <a:txBody>
                    <a:bodyPr/>
                    <a:lstStyle/>
                    <a:p>
                      <a:pPr>
                        <a:buNone/>
                      </a:pPr>
                      <a:r>
                        <a:rPr lang="en-US" sz="1400" b="1"/>
                        <a:t>TOTAL</a:t>
                      </a:r>
                      <a:endParaRPr lang="en-US" sz="1400"/>
                    </a:p>
                  </a:txBody>
                  <a:tcPr anchor="ctr">
                    <a:lnL>
                      <a:noFill/>
                    </a:lnL>
                    <a:lnR>
                      <a:noFill/>
                    </a:lnR>
                    <a:lnT>
                      <a:noFill/>
                    </a:lnT>
                    <a:lnB>
                      <a:noFill/>
                    </a:lnB>
                    <a:noFill/>
                  </a:tcPr>
                </a:tc>
                <a:tc>
                  <a:txBody>
                    <a:bodyPr/>
                    <a:lstStyle/>
                    <a:p>
                      <a:pPr>
                        <a:buNone/>
                      </a:pPr>
                      <a:endParaRPr lang="en-US" sz="1400"/>
                    </a:p>
                  </a:txBody>
                  <a:tcPr anchor="ctr">
                    <a:lnL>
                      <a:noFill/>
                    </a:lnL>
                    <a:lnR>
                      <a:noFill/>
                    </a:lnR>
                    <a:lnT>
                      <a:noFill/>
                    </a:lnT>
                    <a:lnB>
                      <a:noFill/>
                    </a:lnB>
                    <a:noFill/>
                  </a:tcPr>
                </a:tc>
                <a:tc>
                  <a:txBody>
                    <a:bodyPr/>
                    <a:lstStyle/>
                    <a:p>
                      <a:pPr>
                        <a:buNone/>
                      </a:pPr>
                      <a:r>
                        <a:rPr lang="en-US" sz="1400" b="1"/>
                        <a:t>1,402</a:t>
                      </a:r>
                      <a:endParaRPr lang="en-US" sz="1400"/>
                    </a:p>
                  </a:txBody>
                  <a:tcPr anchor="ctr">
                    <a:lnL>
                      <a:noFill/>
                    </a:lnL>
                    <a:lnR>
                      <a:noFill/>
                    </a:lnR>
                    <a:lnT>
                      <a:noFill/>
                    </a:lnT>
                    <a:lnB>
                      <a:noFill/>
                    </a:lnB>
                    <a:noFill/>
                  </a:tcPr>
                </a:tc>
                <a:tc>
                  <a:txBody>
                    <a:bodyPr/>
                    <a:lstStyle/>
                    <a:p>
                      <a:pPr>
                        <a:buNone/>
                      </a:pPr>
                      <a:endParaRPr lang="en-US" sz="1400" dirty="0"/>
                    </a:p>
                  </a:txBody>
                  <a:tcPr anchor="ctr">
                    <a:lnL>
                      <a:noFill/>
                    </a:lnL>
                    <a:lnR>
                      <a:noFill/>
                    </a:lnR>
                    <a:lnT>
                      <a:noFill/>
                    </a:lnT>
                    <a:lnB>
                      <a:noFill/>
                    </a:lnB>
                    <a:noFill/>
                  </a:tcPr>
                </a:tc>
                <a:extLst>
                  <a:ext uri="{0D108BD9-81ED-4DB2-BD59-A6C34878D82A}">
                    <a16:rowId xmlns:a16="http://schemas.microsoft.com/office/drawing/2014/main" val="3253964136"/>
                  </a:ext>
                </a:extLst>
              </a:tr>
            </a:tbl>
          </a:graphicData>
        </a:graphic>
      </p:graphicFrame>
    </p:spTree>
    <p:extLst>
      <p:ext uri="{BB962C8B-B14F-4D97-AF65-F5344CB8AC3E}">
        <p14:creationId xmlns:p14="http://schemas.microsoft.com/office/powerpoint/2010/main" val="12284175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7E09A-9400-5A75-013C-9F61645B9C74}"/>
              </a:ext>
            </a:extLst>
          </p:cNvPr>
          <p:cNvSpPr>
            <a:spLocks noGrp="1"/>
          </p:cNvSpPr>
          <p:nvPr>
            <p:ph type="title"/>
          </p:nvPr>
        </p:nvSpPr>
        <p:spPr>
          <a:xfrm>
            <a:off x="402565" y="73192"/>
            <a:ext cx="10861964" cy="590839"/>
          </a:xfrm>
        </p:spPr>
        <p:txBody>
          <a:bodyPr>
            <a:normAutofit fontScale="90000"/>
          </a:bodyPr>
          <a:lstStyle/>
          <a:p>
            <a:r>
              <a:rPr lang="en-US" dirty="0">
                <a:latin typeface="Bookman Old Style" panose="02050604050505020204" pitchFamily="18" charset="0"/>
              </a:rPr>
              <a:t>Top ordered products- 2019</a:t>
            </a:r>
            <a:endParaRPr lang="en-US" dirty="0"/>
          </a:p>
        </p:txBody>
      </p:sp>
      <p:pic>
        <p:nvPicPr>
          <p:cNvPr id="5" name="Picture 4" descr="A blue and black vertical lines&#10;&#10;AI-generated content may be incorrect.">
            <a:extLst>
              <a:ext uri="{FF2B5EF4-FFF2-40B4-BE49-F238E27FC236}">
                <a16:creationId xmlns:a16="http://schemas.microsoft.com/office/drawing/2014/main" id="{B4B802C2-C75A-FCA5-BFFE-0385005275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81945" y="1026724"/>
            <a:ext cx="7266709" cy="5077690"/>
          </a:xfrm>
          <a:prstGeom prst="rect">
            <a:avLst/>
          </a:prstGeom>
        </p:spPr>
      </p:pic>
      <p:sp>
        <p:nvSpPr>
          <p:cNvPr id="6" name="Content Placeholder 2">
            <a:extLst>
              <a:ext uri="{FF2B5EF4-FFF2-40B4-BE49-F238E27FC236}">
                <a16:creationId xmlns:a16="http://schemas.microsoft.com/office/drawing/2014/main" id="{66B3477E-0277-63A8-C9E7-B9BB1DDC4532}"/>
              </a:ext>
            </a:extLst>
          </p:cNvPr>
          <p:cNvSpPr>
            <a:spLocks noGrp="1"/>
          </p:cNvSpPr>
          <p:nvPr>
            <p:ph idx="1"/>
          </p:nvPr>
        </p:nvSpPr>
        <p:spPr>
          <a:xfrm>
            <a:off x="264151" y="1161271"/>
            <a:ext cx="4363266" cy="2821912"/>
          </a:xfrm>
        </p:spPr>
        <p:txBody>
          <a:bodyPr anchor="ctr">
            <a:normAutofit/>
          </a:bodyPr>
          <a:lstStyle/>
          <a:p>
            <a:pPr marL="0" indent="0">
              <a:buNone/>
            </a:pPr>
            <a:r>
              <a:rPr lang="en-US" sz="1800" b="1" dirty="0"/>
              <a:t>Key Findings on Customer Demand</a:t>
            </a:r>
          </a:p>
          <a:p>
            <a:r>
              <a:rPr lang="en-US" sz="1800" dirty="0"/>
              <a:t>Analysis of 2019 transaction data reveals a high, concentrated demand across five key product categories, demonstrating customer preference for both essential and convenience items.</a:t>
            </a:r>
          </a:p>
          <a:p>
            <a:r>
              <a:rPr lang="en-US" sz="1800" dirty="0"/>
              <a:t>The top five products were ordered within a narrow range of 18 orders, indicating a nearly equal popularity among the leading items.</a:t>
            </a:r>
          </a:p>
          <a:p>
            <a:endParaRPr lang="en-US" sz="1800" dirty="0"/>
          </a:p>
        </p:txBody>
      </p:sp>
      <p:graphicFrame>
        <p:nvGraphicFramePr>
          <p:cNvPr id="7" name="Table 6">
            <a:extLst>
              <a:ext uri="{FF2B5EF4-FFF2-40B4-BE49-F238E27FC236}">
                <a16:creationId xmlns:a16="http://schemas.microsoft.com/office/drawing/2014/main" id="{7236DEBD-9022-1C2B-4393-DEF3E0095277}"/>
              </a:ext>
            </a:extLst>
          </p:cNvPr>
          <p:cNvGraphicFramePr>
            <a:graphicFrameLocks noGrp="1"/>
          </p:cNvGraphicFramePr>
          <p:nvPr>
            <p:extLst>
              <p:ext uri="{D42A27DB-BD31-4B8C-83A1-F6EECF244321}">
                <p14:modId xmlns:p14="http://schemas.microsoft.com/office/powerpoint/2010/main" val="4024799363"/>
              </p:ext>
            </p:extLst>
          </p:nvPr>
        </p:nvGraphicFramePr>
        <p:xfrm>
          <a:off x="402565" y="3768932"/>
          <a:ext cx="4008800" cy="2803909"/>
        </p:xfrm>
        <a:graphic>
          <a:graphicData uri="http://schemas.openxmlformats.org/drawingml/2006/table">
            <a:tbl>
              <a:tblPr/>
              <a:tblGrid>
                <a:gridCol w="1002200">
                  <a:extLst>
                    <a:ext uri="{9D8B030D-6E8A-4147-A177-3AD203B41FA5}">
                      <a16:colId xmlns:a16="http://schemas.microsoft.com/office/drawing/2014/main" val="3258434656"/>
                    </a:ext>
                  </a:extLst>
                </a:gridCol>
                <a:gridCol w="1002200">
                  <a:extLst>
                    <a:ext uri="{9D8B030D-6E8A-4147-A177-3AD203B41FA5}">
                      <a16:colId xmlns:a16="http://schemas.microsoft.com/office/drawing/2014/main" val="131397429"/>
                    </a:ext>
                  </a:extLst>
                </a:gridCol>
                <a:gridCol w="1002200">
                  <a:extLst>
                    <a:ext uri="{9D8B030D-6E8A-4147-A177-3AD203B41FA5}">
                      <a16:colId xmlns:a16="http://schemas.microsoft.com/office/drawing/2014/main" val="3077376604"/>
                    </a:ext>
                  </a:extLst>
                </a:gridCol>
                <a:gridCol w="1002200">
                  <a:extLst>
                    <a:ext uri="{9D8B030D-6E8A-4147-A177-3AD203B41FA5}">
                      <a16:colId xmlns:a16="http://schemas.microsoft.com/office/drawing/2014/main" val="3116652585"/>
                    </a:ext>
                  </a:extLst>
                </a:gridCol>
              </a:tblGrid>
              <a:tr h="703770">
                <a:tc>
                  <a:txBody>
                    <a:bodyPr/>
                    <a:lstStyle/>
                    <a:p>
                      <a:pPr>
                        <a:buNone/>
                      </a:pPr>
                      <a:r>
                        <a:rPr lang="en-US" sz="1400"/>
                        <a:t>Rank</a:t>
                      </a:r>
                    </a:p>
                  </a:txBody>
                  <a:tcPr anchor="ctr">
                    <a:lnL>
                      <a:noFill/>
                    </a:lnL>
                    <a:lnR>
                      <a:noFill/>
                    </a:lnR>
                    <a:lnT>
                      <a:noFill/>
                    </a:lnT>
                    <a:lnB>
                      <a:noFill/>
                    </a:lnB>
                    <a:noFill/>
                  </a:tcPr>
                </a:tc>
                <a:tc>
                  <a:txBody>
                    <a:bodyPr/>
                    <a:lstStyle/>
                    <a:p>
                      <a:pPr>
                        <a:buNone/>
                      </a:pPr>
                      <a:r>
                        <a:rPr lang="en-US" sz="1400"/>
                        <a:t>Product</a:t>
                      </a:r>
                    </a:p>
                  </a:txBody>
                  <a:tcPr anchor="ctr">
                    <a:lnL>
                      <a:noFill/>
                    </a:lnL>
                    <a:lnR>
                      <a:noFill/>
                    </a:lnR>
                    <a:lnT>
                      <a:noFill/>
                    </a:lnT>
                    <a:lnB>
                      <a:noFill/>
                    </a:lnB>
                    <a:noFill/>
                  </a:tcPr>
                </a:tc>
                <a:tc>
                  <a:txBody>
                    <a:bodyPr/>
                    <a:lstStyle/>
                    <a:p>
                      <a:pPr>
                        <a:buNone/>
                      </a:pPr>
                      <a:r>
                        <a:rPr lang="en-US" sz="1400"/>
                        <a:t>Number of Orders</a:t>
                      </a:r>
                    </a:p>
                  </a:txBody>
                  <a:tcPr anchor="ctr">
                    <a:lnL>
                      <a:noFill/>
                    </a:lnL>
                    <a:lnR>
                      <a:noFill/>
                    </a:lnR>
                    <a:lnT>
                      <a:noFill/>
                    </a:lnT>
                    <a:lnB>
                      <a:noFill/>
                    </a:lnB>
                    <a:noFill/>
                  </a:tcPr>
                </a:tc>
                <a:tc>
                  <a:txBody>
                    <a:bodyPr/>
                    <a:lstStyle/>
                    <a:p>
                      <a:pPr>
                        <a:buNone/>
                      </a:pPr>
                      <a:r>
                        <a:rPr lang="en-US" sz="1400"/>
                        <a:t>Percentage of Top 5 Total</a:t>
                      </a:r>
                    </a:p>
                  </a:txBody>
                  <a:tcPr anchor="ctr">
                    <a:lnL>
                      <a:noFill/>
                    </a:lnL>
                    <a:lnR>
                      <a:noFill/>
                    </a:lnR>
                    <a:lnT>
                      <a:noFill/>
                    </a:lnT>
                    <a:lnB>
                      <a:noFill/>
                    </a:lnB>
                    <a:noFill/>
                  </a:tcPr>
                </a:tc>
                <a:extLst>
                  <a:ext uri="{0D108BD9-81ED-4DB2-BD59-A6C34878D82A}">
                    <a16:rowId xmlns:a16="http://schemas.microsoft.com/office/drawing/2014/main" val="2862657355"/>
                  </a:ext>
                </a:extLst>
              </a:tr>
              <a:tr h="257551">
                <a:tc>
                  <a:txBody>
                    <a:bodyPr/>
                    <a:lstStyle/>
                    <a:p>
                      <a:pPr>
                        <a:buNone/>
                      </a:pPr>
                      <a:r>
                        <a:rPr lang="en-US" sz="1400" b="1" dirty="0"/>
                        <a:t>1</a:t>
                      </a:r>
                      <a:endParaRPr lang="en-US" sz="1400" dirty="0"/>
                    </a:p>
                  </a:txBody>
                  <a:tcPr anchor="ctr">
                    <a:lnL>
                      <a:noFill/>
                    </a:lnL>
                    <a:lnR>
                      <a:noFill/>
                    </a:lnR>
                    <a:lnT>
                      <a:noFill/>
                    </a:lnT>
                    <a:lnB>
                      <a:noFill/>
                    </a:lnB>
                    <a:noFill/>
                  </a:tcPr>
                </a:tc>
                <a:tc>
                  <a:txBody>
                    <a:bodyPr/>
                    <a:lstStyle/>
                    <a:p>
                      <a:pPr>
                        <a:buNone/>
                      </a:pPr>
                      <a:r>
                        <a:rPr lang="en-US" sz="1400" b="1" dirty="0"/>
                        <a:t>Poultry</a:t>
                      </a:r>
                      <a:endParaRPr lang="en-US" sz="1400" dirty="0"/>
                    </a:p>
                  </a:txBody>
                  <a:tcPr anchor="ctr">
                    <a:lnL>
                      <a:noFill/>
                    </a:lnL>
                    <a:lnR>
                      <a:noFill/>
                    </a:lnR>
                    <a:lnT>
                      <a:noFill/>
                    </a:lnT>
                    <a:lnB>
                      <a:noFill/>
                    </a:lnB>
                    <a:noFill/>
                  </a:tcPr>
                </a:tc>
                <a:tc>
                  <a:txBody>
                    <a:bodyPr/>
                    <a:lstStyle/>
                    <a:p>
                      <a:pPr>
                        <a:buNone/>
                      </a:pPr>
                      <a:r>
                        <a:rPr lang="en-US" sz="1400" b="1"/>
                        <a:t>288</a:t>
                      </a:r>
                      <a:endParaRPr lang="en-US" sz="1400"/>
                    </a:p>
                  </a:txBody>
                  <a:tcPr anchor="ctr">
                    <a:lnL>
                      <a:noFill/>
                    </a:lnL>
                    <a:lnR>
                      <a:noFill/>
                    </a:lnR>
                    <a:lnT>
                      <a:noFill/>
                    </a:lnT>
                    <a:lnB>
                      <a:noFill/>
                    </a:lnB>
                    <a:noFill/>
                  </a:tcPr>
                </a:tc>
                <a:tc>
                  <a:txBody>
                    <a:bodyPr/>
                    <a:lstStyle/>
                    <a:p>
                      <a:pPr>
                        <a:buNone/>
                      </a:pPr>
                      <a:r>
                        <a:rPr lang="en-US" sz="1400"/>
                        <a:t>20.3%</a:t>
                      </a:r>
                    </a:p>
                  </a:txBody>
                  <a:tcPr anchor="ctr">
                    <a:lnL>
                      <a:noFill/>
                    </a:lnL>
                    <a:lnR>
                      <a:noFill/>
                    </a:lnR>
                    <a:lnT>
                      <a:noFill/>
                    </a:lnT>
                    <a:lnB>
                      <a:noFill/>
                    </a:lnB>
                    <a:noFill/>
                  </a:tcPr>
                </a:tc>
                <a:extLst>
                  <a:ext uri="{0D108BD9-81ED-4DB2-BD59-A6C34878D82A}">
                    <a16:rowId xmlns:a16="http://schemas.microsoft.com/office/drawing/2014/main" val="2656289874"/>
                  </a:ext>
                </a:extLst>
              </a:tr>
              <a:tr h="257551">
                <a:tc>
                  <a:txBody>
                    <a:bodyPr/>
                    <a:lstStyle/>
                    <a:p>
                      <a:pPr>
                        <a:buNone/>
                      </a:pPr>
                      <a:r>
                        <a:rPr lang="en-US" sz="1400" b="1" dirty="0"/>
                        <a:t>2</a:t>
                      </a:r>
                      <a:endParaRPr lang="en-US" sz="1400" dirty="0"/>
                    </a:p>
                  </a:txBody>
                  <a:tcPr anchor="ctr">
                    <a:lnL>
                      <a:noFill/>
                    </a:lnL>
                    <a:lnR>
                      <a:noFill/>
                    </a:lnR>
                    <a:lnT>
                      <a:noFill/>
                    </a:lnT>
                    <a:lnB>
                      <a:noFill/>
                    </a:lnB>
                    <a:noFill/>
                  </a:tcPr>
                </a:tc>
                <a:tc>
                  <a:txBody>
                    <a:bodyPr/>
                    <a:lstStyle/>
                    <a:p>
                      <a:pPr>
                        <a:buNone/>
                      </a:pPr>
                      <a:r>
                        <a:rPr lang="en-US" sz="1400" b="1" dirty="0"/>
                        <a:t>Soda</a:t>
                      </a:r>
                      <a:endParaRPr lang="en-US" sz="1400" dirty="0"/>
                    </a:p>
                  </a:txBody>
                  <a:tcPr anchor="ctr">
                    <a:lnL>
                      <a:noFill/>
                    </a:lnL>
                    <a:lnR>
                      <a:noFill/>
                    </a:lnR>
                    <a:lnT>
                      <a:noFill/>
                    </a:lnT>
                    <a:lnB>
                      <a:noFill/>
                    </a:lnB>
                    <a:noFill/>
                  </a:tcPr>
                </a:tc>
                <a:tc>
                  <a:txBody>
                    <a:bodyPr/>
                    <a:lstStyle/>
                    <a:p>
                      <a:pPr>
                        <a:buNone/>
                      </a:pPr>
                      <a:r>
                        <a:rPr lang="en-US" sz="1400" b="1" dirty="0"/>
                        <a:t>287</a:t>
                      </a:r>
                      <a:endParaRPr lang="en-US" sz="1400" dirty="0"/>
                    </a:p>
                  </a:txBody>
                  <a:tcPr anchor="ctr">
                    <a:lnL>
                      <a:noFill/>
                    </a:lnL>
                    <a:lnR>
                      <a:noFill/>
                    </a:lnR>
                    <a:lnT>
                      <a:noFill/>
                    </a:lnT>
                    <a:lnB>
                      <a:noFill/>
                    </a:lnB>
                    <a:noFill/>
                  </a:tcPr>
                </a:tc>
                <a:tc>
                  <a:txBody>
                    <a:bodyPr/>
                    <a:lstStyle/>
                    <a:p>
                      <a:pPr>
                        <a:buNone/>
                      </a:pPr>
                      <a:r>
                        <a:rPr lang="en-US" sz="1400"/>
                        <a:t>20.2%</a:t>
                      </a:r>
                    </a:p>
                  </a:txBody>
                  <a:tcPr anchor="ctr">
                    <a:lnL>
                      <a:noFill/>
                    </a:lnL>
                    <a:lnR>
                      <a:noFill/>
                    </a:lnR>
                    <a:lnT>
                      <a:noFill/>
                    </a:lnT>
                    <a:lnB>
                      <a:noFill/>
                    </a:lnB>
                    <a:noFill/>
                  </a:tcPr>
                </a:tc>
                <a:extLst>
                  <a:ext uri="{0D108BD9-81ED-4DB2-BD59-A6C34878D82A}">
                    <a16:rowId xmlns:a16="http://schemas.microsoft.com/office/drawing/2014/main" val="3814585962"/>
                  </a:ext>
                </a:extLst>
              </a:tr>
              <a:tr h="548389">
                <a:tc>
                  <a:txBody>
                    <a:bodyPr/>
                    <a:lstStyle/>
                    <a:p>
                      <a:pPr>
                        <a:buNone/>
                      </a:pPr>
                      <a:r>
                        <a:rPr lang="en-US" sz="1400" b="1"/>
                        <a:t>3</a:t>
                      </a:r>
                      <a:endParaRPr lang="en-US" sz="1400"/>
                    </a:p>
                  </a:txBody>
                  <a:tcPr anchor="ctr">
                    <a:lnL>
                      <a:noFill/>
                    </a:lnL>
                    <a:lnR>
                      <a:noFill/>
                    </a:lnR>
                    <a:lnT>
                      <a:noFill/>
                    </a:lnT>
                    <a:lnB>
                      <a:noFill/>
                    </a:lnB>
                    <a:noFill/>
                  </a:tcPr>
                </a:tc>
                <a:tc>
                  <a:txBody>
                    <a:bodyPr/>
                    <a:lstStyle/>
                    <a:p>
                      <a:pPr>
                        <a:buNone/>
                      </a:pPr>
                      <a:r>
                        <a:rPr lang="en-US" sz="1400"/>
                        <a:t>Dishwashing Liquid</a:t>
                      </a:r>
                    </a:p>
                  </a:txBody>
                  <a:tcPr anchor="ctr">
                    <a:lnL>
                      <a:noFill/>
                    </a:lnL>
                    <a:lnR>
                      <a:noFill/>
                    </a:lnR>
                    <a:lnT>
                      <a:noFill/>
                    </a:lnT>
                    <a:lnB>
                      <a:noFill/>
                    </a:lnB>
                    <a:noFill/>
                  </a:tcPr>
                </a:tc>
                <a:tc>
                  <a:txBody>
                    <a:bodyPr/>
                    <a:lstStyle/>
                    <a:p>
                      <a:pPr>
                        <a:buNone/>
                      </a:pPr>
                      <a:r>
                        <a:rPr lang="en-US" sz="1400"/>
                        <a:t>271</a:t>
                      </a:r>
                    </a:p>
                  </a:txBody>
                  <a:tcPr anchor="ctr">
                    <a:lnL>
                      <a:noFill/>
                    </a:lnL>
                    <a:lnR>
                      <a:noFill/>
                    </a:lnR>
                    <a:lnT>
                      <a:noFill/>
                    </a:lnT>
                    <a:lnB>
                      <a:noFill/>
                    </a:lnB>
                    <a:noFill/>
                  </a:tcPr>
                </a:tc>
                <a:tc>
                  <a:txBody>
                    <a:bodyPr/>
                    <a:lstStyle/>
                    <a:p>
                      <a:pPr>
                        <a:buNone/>
                      </a:pPr>
                      <a:r>
                        <a:rPr lang="en-US" sz="1400"/>
                        <a:t>19.1%</a:t>
                      </a:r>
                    </a:p>
                  </a:txBody>
                  <a:tcPr anchor="ctr">
                    <a:lnL>
                      <a:noFill/>
                    </a:lnL>
                    <a:lnR>
                      <a:noFill/>
                    </a:lnR>
                    <a:lnT>
                      <a:noFill/>
                    </a:lnT>
                    <a:lnB>
                      <a:noFill/>
                    </a:lnB>
                    <a:noFill/>
                  </a:tcPr>
                </a:tc>
                <a:extLst>
                  <a:ext uri="{0D108BD9-81ED-4DB2-BD59-A6C34878D82A}">
                    <a16:rowId xmlns:a16="http://schemas.microsoft.com/office/drawing/2014/main" val="3767787069"/>
                  </a:ext>
                </a:extLst>
              </a:tr>
              <a:tr h="257551">
                <a:tc>
                  <a:txBody>
                    <a:bodyPr/>
                    <a:lstStyle/>
                    <a:p>
                      <a:pPr>
                        <a:buNone/>
                      </a:pPr>
                      <a:r>
                        <a:rPr lang="en-US" sz="1400" b="1"/>
                        <a:t>4</a:t>
                      </a:r>
                      <a:endParaRPr lang="en-US" sz="1400"/>
                    </a:p>
                  </a:txBody>
                  <a:tcPr anchor="ctr">
                    <a:lnL>
                      <a:noFill/>
                    </a:lnL>
                    <a:lnR>
                      <a:noFill/>
                    </a:lnR>
                    <a:lnT>
                      <a:noFill/>
                    </a:lnT>
                    <a:lnB>
                      <a:noFill/>
                    </a:lnB>
                    <a:noFill/>
                  </a:tcPr>
                </a:tc>
                <a:tc>
                  <a:txBody>
                    <a:bodyPr/>
                    <a:lstStyle/>
                    <a:p>
                      <a:pPr>
                        <a:buNone/>
                      </a:pPr>
                      <a:r>
                        <a:rPr lang="en-US" sz="1400"/>
                        <a:t>Waffles</a:t>
                      </a:r>
                    </a:p>
                  </a:txBody>
                  <a:tcPr anchor="ctr">
                    <a:lnL>
                      <a:noFill/>
                    </a:lnL>
                    <a:lnR>
                      <a:noFill/>
                    </a:lnR>
                    <a:lnT>
                      <a:noFill/>
                    </a:lnT>
                    <a:lnB>
                      <a:noFill/>
                    </a:lnB>
                    <a:noFill/>
                  </a:tcPr>
                </a:tc>
                <a:tc>
                  <a:txBody>
                    <a:bodyPr/>
                    <a:lstStyle/>
                    <a:p>
                      <a:pPr>
                        <a:buNone/>
                      </a:pPr>
                      <a:r>
                        <a:rPr lang="en-US" sz="1400"/>
                        <a:t>270</a:t>
                      </a:r>
                    </a:p>
                  </a:txBody>
                  <a:tcPr anchor="ctr">
                    <a:lnL>
                      <a:noFill/>
                    </a:lnL>
                    <a:lnR>
                      <a:noFill/>
                    </a:lnR>
                    <a:lnT>
                      <a:noFill/>
                    </a:lnT>
                    <a:lnB>
                      <a:noFill/>
                    </a:lnB>
                    <a:noFill/>
                  </a:tcPr>
                </a:tc>
                <a:tc>
                  <a:txBody>
                    <a:bodyPr/>
                    <a:lstStyle/>
                    <a:p>
                      <a:pPr>
                        <a:buNone/>
                      </a:pPr>
                      <a:r>
                        <a:rPr lang="en-US" sz="1400"/>
                        <a:t>19.1%</a:t>
                      </a:r>
                    </a:p>
                  </a:txBody>
                  <a:tcPr anchor="ctr">
                    <a:lnL>
                      <a:noFill/>
                    </a:lnL>
                    <a:lnR>
                      <a:noFill/>
                    </a:lnR>
                    <a:lnT>
                      <a:noFill/>
                    </a:lnT>
                    <a:lnB>
                      <a:noFill/>
                    </a:lnB>
                    <a:noFill/>
                  </a:tcPr>
                </a:tc>
                <a:extLst>
                  <a:ext uri="{0D108BD9-81ED-4DB2-BD59-A6C34878D82A}">
                    <a16:rowId xmlns:a16="http://schemas.microsoft.com/office/drawing/2014/main" val="50323797"/>
                  </a:ext>
                </a:extLst>
              </a:tr>
              <a:tr h="257551">
                <a:tc>
                  <a:txBody>
                    <a:bodyPr/>
                    <a:lstStyle/>
                    <a:p>
                      <a:pPr>
                        <a:buNone/>
                      </a:pPr>
                      <a:r>
                        <a:rPr lang="en-US" sz="1400" b="1"/>
                        <a:t>5</a:t>
                      </a:r>
                      <a:endParaRPr lang="en-US" sz="1400"/>
                    </a:p>
                  </a:txBody>
                  <a:tcPr anchor="ctr">
                    <a:lnL>
                      <a:noFill/>
                    </a:lnL>
                    <a:lnR>
                      <a:noFill/>
                    </a:lnR>
                    <a:lnT>
                      <a:noFill/>
                    </a:lnT>
                    <a:lnB>
                      <a:noFill/>
                    </a:lnB>
                    <a:noFill/>
                  </a:tcPr>
                </a:tc>
                <a:tc>
                  <a:txBody>
                    <a:bodyPr/>
                    <a:lstStyle/>
                    <a:p>
                      <a:pPr>
                        <a:buNone/>
                      </a:pPr>
                      <a:r>
                        <a:rPr lang="en-US" sz="1400"/>
                        <a:t>Milk</a:t>
                      </a:r>
                    </a:p>
                  </a:txBody>
                  <a:tcPr anchor="ctr">
                    <a:lnL>
                      <a:noFill/>
                    </a:lnL>
                    <a:lnR>
                      <a:noFill/>
                    </a:lnR>
                    <a:lnT>
                      <a:noFill/>
                    </a:lnT>
                    <a:lnB>
                      <a:noFill/>
                    </a:lnB>
                    <a:noFill/>
                  </a:tcPr>
                </a:tc>
                <a:tc>
                  <a:txBody>
                    <a:bodyPr/>
                    <a:lstStyle/>
                    <a:p>
                      <a:pPr>
                        <a:buNone/>
                      </a:pPr>
                      <a:r>
                        <a:rPr lang="en-US" sz="1400"/>
                        <a:t>270</a:t>
                      </a:r>
                    </a:p>
                  </a:txBody>
                  <a:tcPr anchor="ctr">
                    <a:lnL>
                      <a:noFill/>
                    </a:lnL>
                    <a:lnR>
                      <a:noFill/>
                    </a:lnR>
                    <a:lnT>
                      <a:noFill/>
                    </a:lnT>
                    <a:lnB>
                      <a:noFill/>
                    </a:lnB>
                    <a:noFill/>
                  </a:tcPr>
                </a:tc>
                <a:tc>
                  <a:txBody>
                    <a:bodyPr/>
                    <a:lstStyle/>
                    <a:p>
                      <a:pPr>
                        <a:buNone/>
                      </a:pPr>
                      <a:r>
                        <a:rPr lang="en-US" sz="1400"/>
                        <a:t>19.1%</a:t>
                      </a:r>
                    </a:p>
                  </a:txBody>
                  <a:tcPr anchor="ctr">
                    <a:lnL>
                      <a:noFill/>
                    </a:lnL>
                    <a:lnR>
                      <a:noFill/>
                    </a:lnR>
                    <a:lnT>
                      <a:noFill/>
                    </a:lnT>
                    <a:lnB>
                      <a:noFill/>
                    </a:lnB>
                    <a:noFill/>
                  </a:tcPr>
                </a:tc>
                <a:extLst>
                  <a:ext uri="{0D108BD9-81ED-4DB2-BD59-A6C34878D82A}">
                    <a16:rowId xmlns:a16="http://schemas.microsoft.com/office/drawing/2014/main" val="861116042"/>
                  </a:ext>
                </a:extLst>
              </a:tr>
              <a:tr h="257551">
                <a:tc>
                  <a:txBody>
                    <a:bodyPr/>
                    <a:lstStyle/>
                    <a:p>
                      <a:pPr>
                        <a:buNone/>
                      </a:pPr>
                      <a:r>
                        <a:rPr lang="en-US" sz="1400" b="1"/>
                        <a:t>TOTAL</a:t>
                      </a:r>
                      <a:endParaRPr lang="en-US" sz="1400"/>
                    </a:p>
                  </a:txBody>
                  <a:tcPr anchor="ctr">
                    <a:lnL>
                      <a:noFill/>
                    </a:lnL>
                    <a:lnR>
                      <a:noFill/>
                    </a:lnR>
                    <a:lnT>
                      <a:noFill/>
                    </a:lnT>
                    <a:lnB>
                      <a:noFill/>
                    </a:lnB>
                    <a:noFill/>
                  </a:tcPr>
                </a:tc>
                <a:tc>
                  <a:txBody>
                    <a:bodyPr/>
                    <a:lstStyle/>
                    <a:p>
                      <a:pPr>
                        <a:buNone/>
                      </a:pPr>
                      <a:endParaRPr lang="en-US" sz="1400"/>
                    </a:p>
                  </a:txBody>
                  <a:tcPr anchor="ctr">
                    <a:lnL>
                      <a:noFill/>
                    </a:lnL>
                    <a:lnR>
                      <a:noFill/>
                    </a:lnR>
                    <a:lnT>
                      <a:noFill/>
                    </a:lnT>
                    <a:lnB>
                      <a:noFill/>
                    </a:lnB>
                    <a:noFill/>
                  </a:tcPr>
                </a:tc>
                <a:tc>
                  <a:txBody>
                    <a:bodyPr/>
                    <a:lstStyle/>
                    <a:p>
                      <a:pPr>
                        <a:buNone/>
                      </a:pPr>
                      <a:r>
                        <a:rPr lang="en-US" sz="1400" b="1"/>
                        <a:t>1,436</a:t>
                      </a:r>
                      <a:endParaRPr lang="en-US" sz="1400"/>
                    </a:p>
                  </a:txBody>
                  <a:tcPr anchor="ctr">
                    <a:lnL>
                      <a:noFill/>
                    </a:lnL>
                    <a:lnR>
                      <a:noFill/>
                    </a:lnR>
                    <a:lnT>
                      <a:noFill/>
                    </a:lnT>
                    <a:lnB>
                      <a:noFill/>
                    </a:lnB>
                    <a:noFill/>
                  </a:tcPr>
                </a:tc>
                <a:tc>
                  <a:txBody>
                    <a:bodyPr/>
                    <a:lstStyle/>
                    <a:p>
                      <a:pPr>
                        <a:buNone/>
                      </a:pPr>
                      <a:r>
                        <a:rPr lang="en-US" sz="1400" b="1" dirty="0"/>
                        <a:t>100%</a:t>
                      </a:r>
                      <a:endParaRPr lang="en-US" sz="1400" dirty="0"/>
                    </a:p>
                  </a:txBody>
                  <a:tcPr anchor="ctr">
                    <a:lnL>
                      <a:noFill/>
                    </a:lnL>
                    <a:lnR>
                      <a:noFill/>
                    </a:lnR>
                    <a:lnT>
                      <a:noFill/>
                    </a:lnT>
                    <a:lnB>
                      <a:noFill/>
                    </a:lnB>
                    <a:noFill/>
                  </a:tcPr>
                </a:tc>
                <a:extLst>
                  <a:ext uri="{0D108BD9-81ED-4DB2-BD59-A6C34878D82A}">
                    <a16:rowId xmlns:a16="http://schemas.microsoft.com/office/drawing/2014/main" val="3481796203"/>
                  </a:ext>
                </a:extLst>
              </a:tr>
            </a:tbl>
          </a:graphicData>
        </a:graphic>
      </p:graphicFrame>
    </p:spTree>
    <p:extLst>
      <p:ext uri="{BB962C8B-B14F-4D97-AF65-F5344CB8AC3E}">
        <p14:creationId xmlns:p14="http://schemas.microsoft.com/office/powerpoint/2010/main" val="34998499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049BF-F38B-8325-5405-43A227D76D26}"/>
              </a:ext>
            </a:extLst>
          </p:cNvPr>
          <p:cNvSpPr>
            <a:spLocks noGrp="1"/>
          </p:cNvSpPr>
          <p:nvPr>
            <p:ph type="title"/>
          </p:nvPr>
        </p:nvSpPr>
        <p:spPr>
          <a:xfrm>
            <a:off x="838200" y="86265"/>
            <a:ext cx="10515600" cy="500332"/>
          </a:xfrm>
        </p:spPr>
        <p:txBody>
          <a:bodyPr>
            <a:normAutofit fontScale="90000"/>
          </a:bodyPr>
          <a:lstStyle/>
          <a:p>
            <a:r>
              <a:rPr lang="en-US" dirty="0">
                <a:latin typeface="Bookman Old Style" panose="02050604050505020204" pitchFamily="18" charset="0"/>
              </a:rPr>
              <a:t>Top ordered products- 2020</a:t>
            </a:r>
            <a:endParaRPr lang="en-US" dirty="0"/>
          </a:p>
        </p:txBody>
      </p:sp>
      <p:pic>
        <p:nvPicPr>
          <p:cNvPr id="5" name="Picture 4">
            <a:extLst>
              <a:ext uri="{FF2B5EF4-FFF2-40B4-BE49-F238E27FC236}">
                <a16:creationId xmlns:a16="http://schemas.microsoft.com/office/drawing/2014/main" id="{72238482-586A-755C-BFD9-882F661076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1144" y="1058224"/>
            <a:ext cx="6920345" cy="5466169"/>
          </a:xfrm>
          <a:prstGeom prst="rect">
            <a:avLst/>
          </a:prstGeom>
        </p:spPr>
      </p:pic>
      <p:sp>
        <p:nvSpPr>
          <p:cNvPr id="7" name="TextBox 6">
            <a:extLst>
              <a:ext uri="{FF2B5EF4-FFF2-40B4-BE49-F238E27FC236}">
                <a16:creationId xmlns:a16="http://schemas.microsoft.com/office/drawing/2014/main" id="{C68BEB5D-FD4A-E391-BE82-19B354584A70}"/>
              </a:ext>
            </a:extLst>
          </p:cNvPr>
          <p:cNvSpPr txBox="1"/>
          <p:nvPr/>
        </p:nvSpPr>
        <p:spPr>
          <a:xfrm>
            <a:off x="224287" y="908505"/>
            <a:ext cx="4733026" cy="2062103"/>
          </a:xfrm>
          <a:prstGeom prst="rect">
            <a:avLst/>
          </a:prstGeom>
          <a:noFill/>
        </p:spPr>
        <p:txBody>
          <a:bodyPr wrap="square">
            <a:spAutoFit/>
          </a:bodyPr>
          <a:lstStyle/>
          <a:p>
            <a:r>
              <a:rPr lang="en-US" sz="1600" dirty="0"/>
              <a:t>Analysis of the 2020 transactional data (likely representing the beginning of the year) highlights a focused customer demand on specific meal components, particularly </a:t>
            </a:r>
            <a:r>
              <a:rPr lang="en-US" sz="1600" b="1" dirty="0"/>
              <a:t>protein and prepared foods</a:t>
            </a:r>
            <a:r>
              <a:rPr lang="en-US" sz="1600" dirty="0"/>
              <a:t>. The top five products were ordered within a tight range, from 58 to 67 orders, indicating a competitive and concentrated demand for these items.</a:t>
            </a:r>
          </a:p>
        </p:txBody>
      </p:sp>
      <p:graphicFrame>
        <p:nvGraphicFramePr>
          <p:cNvPr id="8" name="Table 7">
            <a:extLst>
              <a:ext uri="{FF2B5EF4-FFF2-40B4-BE49-F238E27FC236}">
                <a16:creationId xmlns:a16="http://schemas.microsoft.com/office/drawing/2014/main" id="{92767A27-D470-6B8A-53A1-508557B150D7}"/>
              </a:ext>
            </a:extLst>
          </p:cNvPr>
          <p:cNvGraphicFramePr>
            <a:graphicFrameLocks noGrp="1"/>
          </p:cNvGraphicFramePr>
          <p:nvPr>
            <p:extLst>
              <p:ext uri="{D42A27DB-BD31-4B8C-83A1-F6EECF244321}">
                <p14:modId xmlns:p14="http://schemas.microsoft.com/office/powerpoint/2010/main" val="3397554112"/>
              </p:ext>
            </p:extLst>
          </p:nvPr>
        </p:nvGraphicFramePr>
        <p:xfrm>
          <a:off x="343881" y="2875312"/>
          <a:ext cx="4015334" cy="1831992"/>
        </p:xfrm>
        <a:graphic>
          <a:graphicData uri="http://schemas.openxmlformats.org/drawingml/2006/table">
            <a:tbl>
              <a:tblPr/>
              <a:tblGrid>
                <a:gridCol w="628029">
                  <a:extLst>
                    <a:ext uri="{9D8B030D-6E8A-4147-A177-3AD203B41FA5}">
                      <a16:colId xmlns:a16="http://schemas.microsoft.com/office/drawing/2014/main" val="2591151439"/>
                    </a:ext>
                  </a:extLst>
                </a:gridCol>
                <a:gridCol w="1046672">
                  <a:extLst>
                    <a:ext uri="{9D8B030D-6E8A-4147-A177-3AD203B41FA5}">
                      <a16:colId xmlns:a16="http://schemas.microsoft.com/office/drawing/2014/main" val="3019805681"/>
                    </a:ext>
                  </a:extLst>
                </a:gridCol>
                <a:gridCol w="948905">
                  <a:extLst>
                    <a:ext uri="{9D8B030D-6E8A-4147-A177-3AD203B41FA5}">
                      <a16:colId xmlns:a16="http://schemas.microsoft.com/office/drawing/2014/main" val="2124136203"/>
                    </a:ext>
                  </a:extLst>
                </a:gridCol>
                <a:gridCol w="1391728">
                  <a:extLst>
                    <a:ext uri="{9D8B030D-6E8A-4147-A177-3AD203B41FA5}">
                      <a16:colId xmlns:a16="http://schemas.microsoft.com/office/drawing/2014/main" val="443605151"/>
                    </a:ext>
                  </a:extLst>
                </a:gridCol>
              </a:tblGrid>
              <a:tr h="402697">
                <a:tc>
                  <a:txBody>
                    <a:bodyPr/>
                    <a:lstStyle/>
                    <a:p>
                      <a:pPr>
                        <a:buNone/>
                      </a:pPr>
                      <a:r>
                        <a:rPr lang="en-US" sz="1200" b="1" dirty="0"/>
                        <a:t>Rank</a:t>
                      </a:r>
                    </a:p>
                  </a:txBody>
                  <a:tcPr anchor="ctr">
                    <a:lnL>
                      <a:noFill/>
                    </a:lnL>
                    <a:lnR>
                      <a:noFill/>
                    </a:lnR>
                    <a:lnT>
                      <a:noFill/>
                    </a:lnT>
                    <a:lnB>
                      <a:noFill/>
                    </a:lnB>
                    <a:noFill/>
                  </a:tcPr>
                </a:tc>
                <a:tc>
                  <a:txBody>
                    <a:bodyPr/>
                    <a:lstStyle/>
                    <a:p>
                      <a:pPr>
                        <a:buNone/>
                      </a:pPr>
                      <a:r>
                        <a:rPr lang="en-US" sz="1200" b="1"/>
                        <a:t>Product</a:t>
                      </a:r>
                    </a:p>
                  </a:txBody>
                  <a:tcPr anchor="ctr">
                    <a:lnL>
                      <a:noFill/>
                    </a:lnL>
                    <a:lnR>
                      <a:noFill/>
                    </a:lnR>
                    <a:lnT>
                      <a:noFill/>
                    </a:lnT>
                    <a:lnB>
                      <a:noFill/>
                    </a:lnB>
                    <a:noFill/>
                  </a:tcPr>
                </a:tc>
                <a:tc>
                  <a:txBody>
                    <a:bodyPr/>
                    <a:lstStyle/>
                    <a:p>
                      <a:pPr>
                        <a:buNone/>
                      </a:pPr>
                      <a:r>
                        <a:rPr lang="en-US" sz="1200" b="1"/>
                        <a:t>Number of Orders</a:t>
                      </a:r>
                    </a:p>
                  </a:txBody>
                  <a:tcPr anchor="ctr">
                    <a:lnL>
                      <a:noFill/>
                    </a:lnL>
                    <a:lnR>
                      <a:noFill/>
                    </a:lnR>
                    <a:lnT>
                      <a:noFill/>
                    </a:lnT>
                    <a:lnB>
                      <a:noFill/>
                    </a:lnB>
                    <a:noFill/>
                  </a:tcPr>
                </a:tc>
                <a:tc>
                  <a:txBody>
                    <a:bodyPr/>
                    <a:lstStyle/>
                    <a:p>
                      <a:pPr>
                        <a:buNone/>
                      </a:pPr>
                      <a:r>
                        <a:rPr lang="en-US" sz="1200" b="1" dirty="0"/>
                        <a:t>Product Category</a:t>
                      </a:r>
                    </a:p>
                  </a:txBody>
                  <a:tcPr anchor="ctr">
                    <a:lnL>
                      <a:noFill/>
                    </a:lnL>
                    <a:lnR>
                      <a:noFill/>
                    </a:lnR>
                    <a:lnT>
                      <a:noFill/>
                    </a:lnT>
                    <a:lnB>
                      <a:noFill/>
                    </a:lnB>
                    <a:noFill/>
                  </a:tcPr>
                </a:tc>
                <a:extLst>
                  <a:ext uri="{0D108BD9-81ED-4DB2-BD59-A6C34878D82A}">
                    <a16:rowId xmlns:a16="http://schemas.microsoft.com/office/drawing/2014/main" val="514349600"/>
                  </a:ext>
                </a:extLst>
              </a:tr>
              <a:tr h="277512">
                <a:tc>
                  <a:txBody>
                    <a:bodyPr/>
                    <a:lstStyle/>
                    <a:p>
                      <a:pPr>
                        <a:buNone/>
                      </a:pPr>
                      <a:r>
                        <a:rPr lang="en-US" sz="1200" b="1"/>
                        <a:t>1</a:t>
                      </a:r>
                      <a:endParaRPr lang="en-US" sz="1200"/>
                    </a:p>
                  </a:txBody>
                  <a:tcPr anchor="ctr">
                    <a:lnL>
                      <a:noFill/>
                    </a:lnL>
                    <a:lnR>
                      <a:noFill/>
                    </a:lnR>
                    <a:lnT>
                      <a:noFill/>
                    </a:lnT>
                    <a:lnB>
                      <a:noFill/>
                    </a:lnB>
                    <a:noFill/>
                  </a:tcPr>
                </a:tc>
                <a:tc>
                  <a:txBody>
                    <a:bodyPr/>
                    <a:lstStyle/>
                    <a:p>
                      <a:pPr>
                        <a:buNone/>
                      </a:pPr>
                      <a:r>
                        <a:rPr lang="en-US" sz="1200" b="1" dirty="0"/>
                        <a:t>Dinner Rolls</a:t>
                      </a:r>
                      <a:endParaRPr lang="en-US" sz="1200" dirty="0"/>
                    </a:p>
                  </a:txBody>
                  <a:tcPr anchor="ctr">
                    <a:lnL>
                      <a:noFill/>
                    </a:lnL>
                    <a:lnR>
                      <a:noFill/>
                    </a:lnR>
                    <a:lnT>
                      <a:noFill/>
                    </a:lnT>
                    <a:lnB>
                      <a:noFill/>
                    </a:lnB>
                    <a:noFill/>
                  </a:tcPr>
                </a:tc>
                <a:tc>
                  <a:txBody>
                    <a:bodyPr/>
                    <a:lstStyle/>
                    <a:p>
                      <a:pPr>
                        <a:buNone/>
                      </a:pPr>
                      <a:r>
                        <a:rPr lang="en-US" sz="1200" b="1" dirty="0"/>
                        <a:t>67</a:t>
                      </a:r>
                      <a:endParaRPr lang="en-US" sz="1200" dirty="0"/>
                    </a:p>
                  </a:txBody>
                  <a:tcPr anchor="ctr">
                    <a:lnL>
                      <a:noFill/>
                    </a:lnL>
                    <a:lnR>
                      <a:noFill/>
                    </a:lnR>
                    <a:lnT>
                      <a:noFill/>
                    </a:lnT>
                    <a:lnB>
                      <a:noFill/>
                    </a:lnB>
                    <a:noFill/>
                  </a:tcPr>
                </a:tc>
                <a:tc>
                  <a:txBody>
                    <a:bodyPr/>
                    <a:lstStyle/>
                    <a:p>
                      <a:pPr>
                        <a:buNone/>
                      </a:pPr>
                      <a:r>
                        <a:rPr lang="en-US" sz="1200" dirty="0"/>
                        <a:t>Prepared/Staple</a:t>
                      </a:r>
                    </a:p>
                  </a:txBody>
                  <a:tcPr anchor="ctr">
                    <a:lnL>
                      <a:noFill/>
                    </a:lnL>
                    <a:lnR>
                      <a:noFill/>
                    </a:lnR>
                    <a:lnT>
                      <a:noFill/>
                    </a:lnT>
                    <a:lnB>
                      <a:noFill/>
                    </a:lnB>
                    <a:noFill/>
                  </a:tcPr>
                </a:tc>
                <a:extLst>
                  <a:ext uri="{0D108BD9-81ED-4DB2-BD59-A6C34878D82A}">
                    <a16:rowId xmlns:a16="http://schemas.microsoft.com/office/drawing/2014/main" val="3073343446"/>
                  </a:ext>
                </a:extLst>
              </a:tr>
              <a:tr h="241618">
                <a:tc>
                  <a:txBody>
                    <a:bodyPr/>
                    <a:lstStyle/>
                    <a:p>
                      <a:pPr>
                        <a:buNone/>
                      </a:pPr>
                      <a:r>
                        <a:rPr lang="en-US" sz="1200" b="1"/>
                        <a:t>2</a:t>
                      </a:r>
                      <a:endParaRPr lang="en-US" sz="1200"/>
                    </a:p>
                  </a:txBody>
                  <a:tcPr anchor="ctr">
                    <a:lnL>
                      <a:noFill/>
                    </a:lnL>
                    <a:lnR>
                      <a:noFill/>
                    </a:lnR>
                    <a:lnT>
                      <a:noFill/>
                    </a:lnT>
                    <a:lnB>
                      <a:noFill/>
                    </a:lnB>
                    <a:noFill/>
                  </a:tcPr>
                </a:tc>
                <a:tc>
                  <a:txBody>
                    <a:bodyPr/>
                    <a:lstStyle/>
                    <a:p>
                      <a:pPr>
                        <a:buNone/>
                      </a:pPr>
                      <a:r>
                        <a:rPr lang="en-US" sz="1200" b="1" dirty="0"/>
                        <a:t>Poultry</a:t>
                      </a:r>
                      <a:endParaRPr lang="en-US" sz="1200" dirty="0"/>
                    </a:p>
                  </a:txBody>
                  <a:tcPr anchor="ctr">
                    <a:lnL>
                      <a:noFill/>
                    </a:lnL>
                    <a:lnR>
                      <a:noFill/>
                    </a:lnR>
                    <a:lnT>
                      <a:noFill/>
                    </a:lnT>
                    <a:lnB>
                      <a:noFill/>
                    </a:lnB>
                    <a:noFill/>
                  </a:tcPr>
                </a:tc>
                <a:tc>
                  <a:txBody>
                    <a:bodyPr/>
                    <a:lstStyle/>
                    <a:p>
                      <a:pPr>
                        <a:buNone/>
                      </a:pPr>
                      <a:r>
                        <a:rPr lang="en-US" sz="1200" b="1"/>
                        <a:t>65</a:t>
                      </a:r>
                      <a:endParaRPr lang="en-US" sz="1200"/>
                    </a:p>
                  </a:txBody>
                  <a:tcPr anchor="ctr">
                    <a:lnL>
                      <a:noFill/>
                    </a:lnL>
                    <a:lnR>
                      <a:noFill/>
                    </a:lnR>
                    <a:lnT>
                      <a:noFill/>
                    </a:lnT>
                    <a:lnB>
                      <a:noFill/>
                    </a:lnB>
                    <a:noFill/>
                  </a:tcPr>
                </a:tc>
                <a:tc>
                  <a:txBody>
                    <a:bodyPr/>
                    <a:lstStyle/>
                    <a:p>
                      <a:pPr>
                        <a:buNone/>
                      </a:pPr>
                      <a:r>
                        <a:rPr lang="en-US" sz="1200"/>
                        <a:t>Protein Staple</a:t>
                      </a:r>
                    </a:p>
                  </a:txBody>
                  <a:tcPr anchor="ctr">
                    <a:lnL>
                      <a:noFill/>
                    </a:lnL>
                    <a:lnR>
                      <a:noFill/>
                    </a:lnR>
                    <a:lnT>
                      <a:noFill/>
                    </a:lnT>
                    <a:lnB>
                      <a:noFill/>
                    </a:lnB>
                    <a:noFill/>
                  </a:tcPr>
                </a:tc>
                <a:extLst>
                  <a:ext uri="{0D108BD9-81ED-4DB2-BD59-A6C34878D82A}">
                    <a16:rowId xmlns:a16="http://schemas.microsoft.com/office/drawing/2014/main" val="542260009"/>
                  </a:ext>
                </a:extLst>
              </a:tr>
              <a:tr h="241618">
                <a:tc>
                  <a:txBody>
                    <a:bodyPr/>
                    <a:lstStyle/>
                    <a:p>
                      <a:pPr>
                        <a:buNone/>
                      </a:pPr>
                      <a:r>
                        <a:rPr lang="en-US" sz="1200" b="1"/>
                        <a:t>3</a:t>
                      </a:r>
                      <a:endParaRPr lang="en-US" sz="1200"/>
                    </a:p>
                  </a:txBody>
                  <a:tcPr anchor="ctr">
                    <a:lnL>
                      <a:noFill/>
                    </a:lnL>
                    <a:lnR>
                      <a:noFill/>
                    </a:lnR>
                    <a:lnT>
                      <a:noFill/>
                    </a:lnT>
                    <a:lnB>
                      <a:noFill/>
                    </a:lnB>
                    <a:noFill/>
                  </a:tcPr>
                </a:tc>
                <a:tc>
                  <a:txBody>
                    <a:bodyPr/>
                    <a:lstStyle/>
                    <a:p>
                      <a:pPr>
                        <a:buNone/>
                      </a:pPr>
                      <a:r>
                        <a:rPr lang="en-US" sz="1200" b="1"/>
                        <a:t>Pork</a:t>
                      </a:r>
                      <a:endParaRPr lang="en-US" sz="1200"/>
                    </a:p>
                  </a:txBody>
                  <a:tcPr anchor="ctr">
                    <a:lnL>
                      <a:noFill/>
                    </a:lnL>
                    <a:lnR>
                      <a:noFill/>
                    </a:lnR>
                    <a:lnT>
                      <a:noFill/>
                    </a:lnT>
                    <a:lnB>
                      <a:noFill/>
                    </a:lnB>
                    <a:noFill/>
                  </a:tcPr>
                </a:tc>
                <a:tc>
                  <a:txBody>
                    <a:bodyPr/>
                    <a:lstStyle/>
                    <a:p>
                      <a:pPr>
                        <a:buNone/>
                      </a:pPr>
                      <a:r>
                        <a:rPr lang="en-US" sz="1200" b="1"/>
                        <a:t>63</a:t>
                      </a:r>
                      <a:endParaRPr lang="en-US" sz="1200"/>
                    </a:p>
                  </a:txBody>
                  <a:tcPr anchor="ctr">
                    <a:lnL>
                      <a:noFill/>
                    </a:lnL>
                    <a:lnR>
                      <a:noFill/>
                    </a:lnR>
                    <a:lnT>
                      <a:noFill/>
                    </a:lnT>
                    <a:lnB>
                      <a:noFill/>
                    </a:lnB>
                    <a:noFill/>
                  </a:tcPr>
                </a:tc>
                <a:tc>
                  <a:txBody>
                    <a:bodyPr/>
                    <a:lstStyle/>
                    <a:p>
                      <a:pPr>
                        <a:buNone/>
                      </a:pPr>
                      <a:r>
                        <a:rPr lang="en-US" sz="1200"/>
                        <a:t>Protein</a:t>
                      </a:r>
                    </a:p>
                  </a:txBody>
                  <a:tcPr anchor="ctr">
                    <a:lnL>
                      <a:noFill/>
                    </a:lnL>
                    <a:lnR>
                      <a:noFill/>
                    </a:lnR>
                    <a:lnT>
                      <a:noFill/>
                    </a:lnT>
                    <a:lnB>
                      <a:noFill/>
                    </a:lnB>
                    <a:noFill/>
                  </a:tcPr>
                </a:tc>
                <a:extLst>
                  <a:ext uri="{0D108BD9-81ED-4DB2-BD59-A6C34878D82A}">
                    <a16:rowId xmlns:a16="http://schemas.microsoft.com/office/drawing/2014/main" val="4187931906"/>
                  </a:ext>
                </a:extLst>
              </a:tr>
              <a:tr h="241618">
                <a:tc>
                  <a:txBody>
                    <a:bodyPr/>
                    <a:lstStyle/>
                    <a:p>
                      <a:pPr>
                        <a:buNone/>
                      </a:pPr>
                      <a:r>
                        <a:rPr lang="en-US" sz="1200" b="1"/>
                        <a:t>4</a:t>
                      </a:r>
                      <a:endParaRPr lang="en-US" sz="1200"/>
                    </a:p>
                  </a:txBody>
                  <a:tcPr anchor="ctr">
                    <a:lnL>
                      <a:noFill/>
                    </a:lnL>
                    <a:lnR>
                      <a:noFill/>
                    </a:lnR>
                    <a:lnT>
                      <a:noFill/>
                    </a:lnT>
                    <a:lnB>
                      <a:noFill/>
                    </a:lnB>
                    <a:noFill/>
                  </a:tcPr>
                </a:tc>
                <a:tc>
                  <a:txBody>
                    <a:bodyPr/>
                    <a:lstStyle/>
                    <a:p>
                      <a:pPr>
                        <a:buNone/>
                      </a:pPr>
                      <a:r>
                        <a:rPr lang="en-US" sz="1200"/>
                        <a:t>Ice Cream</a:t>
                      </a:r>
                    </a:p>
                  </a:txBody>
                  <a:tcPr anchor="ctr">
                    <a:lnL>
                      <a:noFill/>
                    </a:lnL>
                    <a:lnR>
                      <a:noFill/>
                    </a:lnR>
                    <a:lnT>
                      <a:noFill/>
                    </a:lnT>
                    <a:lnB>
                      <a:noFill/>
                    </a:lnB>
                    <a:noFill/>
                  </a:tcPr>
                </a:tc>
                <a:tc>
                  <a:txBody>
                    <a:bodyPr/>
                    <a:lstStyle/>
                    <a:p>
                      <a:pPr>
                        <a:buNone/>
                      </a:pPr>
                      <a:r>
                        <a:rPr lang="en-US" sz="1200"/>
                        <a:t>58</a:t>
                      </a:r>
                    </a:p>
                  </a:txBody>
                  <a:tcPr anchor="ctr">
                    <a:lnL>
                      <a:noFill/>
                    </a:lnL>
                    <a:lnR>
                      <a:noFill/>
                    </a:lnR>
                    <a:lnT>
                      <a:noFill/>
                    </a:lnT>
                    <a:lnB>
                      <a:noFill/>
                    </a:lnB>
                    <a:noFill/>
                  </a:tcPr>
                </a:tc>
                <a:tc>
                  <a:txBody>
                    <a:bodyPr/>
                    <a:lstStyle/>
                    <a:p>
                      <a:pPr>
                        <a:buNone/>
                      </a:pPr>
                      <a:r>
                        <a:rPr lang="en-US" sz="1200"/>
                        <a:t>Treat/Snack</a:t>
                      </a:r>
                    </a:p>
                  </a:txBody>
                  <a:tcPr anchor="ctr">
                    <a:lnL>
                      <a:noFill/>
                    </a:lnL>
                    <a:lnR>
                      <a:noFill/>
                    </a:lnR>
                    <a:lnT>
                      <a:noFill/>
                    </a:lnT>
                    <a:lnB>
                      <a:noFill/>
                    </a:lnB>
                    <a:noFill/>
                  </a:tcPr>
                </a:tc>
                <a:extLst>
                  <a:ext uri="{0D108BD9-81ED-4DB2-BD59-A6C34878D82A}">
                    <a16:rowId xmlns:a16="http://schemas.microsoft.com/office/drawing/2014/main" val="3331520991"/>
                  </a:ext>
                </a:extLst>
              </a:tr>
              <a:tr h="241618">
                <a:tc>
                  <a:txBody>
                    <a:bodyPr/>
                    <a:lstStyle/>
                    <a:p>
                      <a:pPr>
                        <a:buNone/>
                      </a:pPr>
                      <a:r>
                        <a:rPr lang="en-US" sz="1200" b="1"/>
                        <a:t>5</a:t>
                      </a:r>
                      <a:endParaRPr lang="en-US" sz="1200"/>
                    </a:p>
                  </a:txBody>
                  <a:tcPr anchor="ctr">
                    <a:lnL>
                      <a:noFill/>
                    </a:lnL>
                    <a:lnR>
                      <a:noFill/>
                    </a:lnR>
                    <a:lnT>
                      <a:noFill/>
                    </a:lnT>
                    <a:lnB>
                      <a:noFill/>
                    </a:lnB>
                    <a:noFill/>
                  </a:tcPr>
                </a:tc>
                <a:tc>
                  <a:txBody>
                    <a:bodyPr/>
                    <a:lstStyle/>
                    <a:p>
                      <a:pPr>
                        <a:buNone/>
                      </a:pPr>
                      <a:r>
                        <a:rPr lang="en-US" sz="1200"/>
                        <a:t>Beef</a:t>
                      </a:r>
                    </a:p>
                  </a:txBody>
                  <a:tcPr anchor="ctr">
                    <a:lnL>
                      <a:noFill/>
                    </a:lnL>
                    <a:lnR>
                      <a:noFill/>
                    </a:lnR>
                    <a:lnT>
                      <a:noFill/>
                    </a:lnT>
                    <a:lnB>
                      <a:noFill/>
                    </a:lnB>
                    <a:noFill/>
                  </a:tcPr>
                </a:tc>
                <a:tc>
                  <a:txBody>
                    <a:bodyPr/>
                    <a:lstStyle/>
                    <a:p>
                      <a:pPr>
                        <a:buNone/>
                      </a:pPr>
                      <a:r>
                        <a:rPr lang="en-US" sz="1200"/>
                        <a:t>58</a:t>
                      </a:r>
                    </a:p>
                  </a:txBody>
                  <a:tcPr anchor="ctr">
                    <a:lnL>
                      <a:noFill/>
                    </a:lnL>
                    <a:lnR>
                      <a:noFill/>
                    </a:lnR>
                    <a:lnT>
                      <a:noFill/>
                    </a:lnT>
                    <a:lnB>
                      <a:noFill/>
                    </a:lnB>
                    <a:noFill/>
                  </a:tcPr>
                </a:tc>
                <a:tc>
                  <a:txBody>
                    <a:bodyPr/>
                    <a:lstStyle/>
                    <a:p>
                      <a:pPr>
                        <a:buNone/>
                      </a:pPr>
                      <a:r>
                        <a:rPr lang="en-US" sz="1200" dirty="0"/>
                        <a:t>Protein Staple</a:t>
                      </a:r>
                    </a:p>
                  </a:txBody>
                  <a:tcPr anchor="ctr">
                    <a:lnL>
                      <a:noFill/>
                    </a:lnL>
                    <a:lnR>
                      <a:noFill/>
                    </a:lnR>
                    <a:lnT>
                      <a:noFill/>
                    </a:lnT>
                    <a:lnB>
                      <a:noFill/>
                    </a:lnB>
                    <a:noFill/>
                  </a:tcPr>
                </a:tc>
                <a:extLst>
                  <a:ext uri="{0D108BD9-81ED-4DB2-BD59-A6C34878D82A}">
                    <a16:rowId xmlns:a16="http://schemas.microsoft.com/office/drawing/2014/main" val="3162492756"/>
                  </a:ext>
                </a:extLst>
              </a:tr>
            </a:tbl>
          </a:graphicData>
        </a:graphic>
      </p:graphicFrame>
    </p:spTree>
    <p:extLst>
      <p:ext uri="{BB962C8B-B14F-4D97-AF65-F5344CB8AC3E}">
        <p14:creationId xmlns:p14="http://schemas.microsoft.com/office/powerpoint/2010/main" val="33610596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7993C-9916-5A2E-AED2-439F158972A4}"/>
              </a:ext>
            </a:extLst>
          </p:cNvPr>
          <p:cNvSpPr>
            <a:spLocks noGrp="1"/>
          </p:cNvSpPr>
          <p:nvPr>
            <p:ph type="title"/>
          </p:nvPr>
        </p:nvSpPr>
        <p:spPr>
          <a:xfrm>
            <a:off x="470140" y="154766"/>
            <a:ext cx="10515600" cy="497517"/>
          </a:xfrm>
        </p:spPr>
        <p:txBody>
          <a:bodyPr>
            <a:normAutofit fontScale="90000"/>
          </a:bodyPr>
          <a:lstStyle/>
          <a:p>
            <a:r>
              <a:rPr lang="en-US" b="1" dirty="0">
                <a:solidFill>
                  <a:schemeClr val="accent1"/>
                </a:solidFill>
                <a:latin typeface="Bookman Old Style" panose="02050604050505020204" pitchFamily="18" charset="0"/>
              </a:rPr>
              <a:t>Market Basket Analysis</a:t>
            </a:r>
            <a:endParaRPr lang="en-US" dirty="0"/>
          </a:p>
        </p:txBody>
      </p:sp>
      <p:sp>
        <p:nvSpPr>
          <p:cNvPr id="9" name="TextBox 8">
            <a:extLst>
              <a:ext uri="{FF2B5EF4-FFF2-40B4-BE49-F238E27FC236}">
                <a16:creationId xmlns:a16="http://schemas.microsoft.com/office/drawing/2014/main" id="{9337B1BA-5591-4C62-3B34-16F77270FA3C}"/>
              </a:ext>
            </a:extLst>
          </p:cNvPr>
          <p:cNvSpPr txBox="1"/>
          <p:nvPr/>
        </p:nvSpPr>
        <p:spPr>
          <a:xfrm>
            <a:off x="470140" y="849073"/>
            <a:ext cx="11273286" cy="5355312"/>
          </a:xfrm>
          <a:prstGeom prst="rect">
            <a:avLst/>
          </a:prstGeom>
          <a:noFill/>
        </p:spPr>
        <p:txBody>
          <a:bodyPr wrap="square">
            <a:spAutoFit/>
          </a:bodyPr>
          <a:lstStyle/>
          <a:p>
            <a:pPr>
              <a:buNone/>
            </a:pPr>
            <a:r>
              <a:rPr lang="en-US" b="1" dirty="0"/>
              <a:t>Market Basket Analysis (MBA):  </a:t>
            </a:r>
            <a:r>
              <a:rPr lang="en-US" dirty="0"/>
              <a:t>is a foundational data mining technique used to discover non-obvious associations and patterns among products frequently purchased together by customers.</a:t>
            </a:r>
          </a:p>
          <a:p>
            <a:pPr>
              <a:buNone/>
            </a:pPr>
            <a:r>
              <a:rPr lang="en-US" dirty="0"/>
              <a:t>By thoroughly analyzing transactional (Point of Sale, or POS) data, MBA achieves two primary goals: understanding customer behavior and uncovering product relationships.</a:t>
            </a:r>
          </a:p>
          <a:p>
            <a:pPr>
              <a:buNone/>
            </a:pPr>
            <a:endParaRPr lang="en-US" b="1" dirty="0"/>
          </a:p>
          <a:p>
            <a:pPr>
              <a:buNone/>
            </a:pPr>
            <a:r>
              <a:rPr lang="en-US" b="1" dirty="0"/>
              <a:t>Key Function and Applications:</a:t>
            </a:r>
          </a:p>
          <a:p>
            <a:pPr>
              <a:buNone/>
            </a:pPr>
            <a:r>
              <a:rPr lang="en-US" b="1" dirty="0"/>
              <a:t>Generates Association Rules: </a:t>
            </a:r>
            <a:r>
              <a:rPr lang="en-US" dirty="0"/>
              <a:t>MBA processes transactional data to produce "if-then" association rules (e.g., If a customer buys item X, Then they are likely to buy item Y). These rules are quantified by metrics like Support, Confidence, and Lift.</a:t>
            </a:r>
          </a:p>
          <a:p>
            <a:pPr>
              <a:buNone/>
            </a:pPr>
            <a:r>
              <a:rPr lang="en-US" b="1" dirty="0"/>
              <a:t>Optimizes Sales Strategies: </a:t>
            </a:r>
            <a:r>
              <a:rPr lang="en-US" dirty="0"/>
              <a:t>The resulting insights allow businesses to make informed decisions that directly increase revenue and improve customer satisfaction. Key applications include:</a:t>
            </a:r>
          </a:p>
          <a:p>
            <a:pPr>
              <a:buNone/>
            </a:pPr>
            <a:endParaRPr lang="en-US" dirty="0"/>
          </a:p>
          <a:p>
            <a:pPr marL="285750" indent="-285750">
              <a:buFont typeface="Arial" panose="020B0604020202020204" pitchFamily="34" charset="0"/>
              <a:buChar char="•"/>
            </a:pPr>
            <a:r>
              <a:rPr lang="en-US" b="1" dirty="0"/>
              <a:t>Product Bundling: </a:t>
            </a:r>
            <a:r>
              <a:rPr lang="en-US" dirty="0"/>
              <a:t>Creating special deals and discounts on popular combinations of products.</a:t>
            </a:r>
          </a:p>
          <a:p>
            <a:pPr marL="285750" indent="-285750">
              <a:buFont typeface="Arial" panose="020B0604020202020204" pitchFamily="34" charset="0"/>
              <a:buChar char="•"/>
            </a:pPr>
            <a:r>
              <a:rPr lang="en-US" b="1" dirty="0"/>
              <a:t>Cross-Selling: </a:t>
            </a:r>
            <a:r>
              <a:rPr lang="en-US" dirty="0"/>
              <a:t>Strategic placement (online recommendations or physical store layout) of highly associated items.</a:t>
            </a:r>
          </a:p>
          <a:p>
            <a:pPr marL="285750" indent="-285750">
              <a:buFont typeface="Arial" panose="020B0604020202020204" pitchFamily="34" charset="0"/>
              <a:buChar char="•"/>
            </a:pPr>
            <a:r>
              <a:rPr lang="en-US" b="1" dirty="0"/>
              <a:t>Targeted Marketing: </a:t>
            </a:r>
            <a:r>
              <a:rPr lang="en-US" dirty="0"/>
              <a:t>Personalizing promotional campaigns based on known customer preferences.</a:t>
            </a:r>
          </a:p>
          <a:p>
            <a:pPr>
              <a:buNone/>
            </a:pPr>
            <a:endParaRPr lang="en-US" b="1" dirty="0"/>
          </a:p>
          <a:p>
            <a:pPr>
              <a:buNone/>
            </a:pPr>
            <a:r>
              <a:rPr lang="en-US" dirty="0"/>
              <a:t>In essence, MBA turns raw purchase data into valuable insights that drive business growth by optimizing how and what products are offered to customers.</a:t>
            </a:r>
          </a:p>
        </p:txBody>
      </p:sp>
    </p:spTree>
    <p:extLst>
      <p:ext uri="{BB962C8B-B14F-4D97-AF65-F5344CB8AC3E}">
        <p14:creationId xmlns:p14="http://schemas.microsoft.com/office/powerpoint/2010/main" val="2028010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57C15-EB50-F224-73AA-2B2D70F8EBA7}"/>
              </a:ext>
            </a:extLst>
          </p:cNvPr>
          <p:cNvSpPr>
            <a:spLocks noGrp="1"/>
          </p:cNvSpPr>
          <p:nvPr>
            <p:ph type="title"/>
          </p:nvPr>
        </p:nvSpPr>
        <p:spPr/>
        <p:txBody>
          <a:bodyPr/>
          <a:lstStyle/>
          <a:p>
            <a:endParaRPr lang="en-US" dirty="0"/>
          </a:p>
        </p:txBody>
      </p:sp>
      <p:pic>
        <p:nvPicPr>
          <p:cNvPr id="5" name="Picture 4">
            <a:extLst>
              <a:ext uri="{FF2B5EF4-FFF2-40B4-BE49-F238E27FC236}">
                <a16:creationId xmlns:a16="http://schemas.microsoft.com/office/drawing/2014/main" id="{2F6B2F9A-4658-64D2-0825-CAFC6F80DCD1}"/>
              </a:ext>
            </a:extLst>
          </p:cNvPr>
          <p:cNvPicPr>
            <a:picLocks noChangeAspect="1"/>
          </p:cNvPicPr>
          <p:nvPr/>
        </p:nvPicPr>
        <p:blipFill>
          <a:blip r:embed="rId2"/>
          <a:stretch>
            <a:fillRect/>
          </a:stretch>
        </p:blipFill>
        <p:spPr>
          <a:xfrm>
            <a:off x="-78380" y="2058692"/>
            <a:ext cx="11688490" cy="4703562"/>
          </a:xfrm>
          <a:prstGeom prst="rect">
            <a:avLst/>
          </a:prstGeom>
        </p:spPr>
      </p:pic>
    </p:spTree>
    <p:extLst>
      <p:ext uri="{BB962C8B-B14F-4D97-AF65-F5344CB8AC3E}">
        <p14:creationId xmlns:p14="http://schemas.microsoft.com/office/powerpoint/2010/main" val="1598901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9843A-5C09-18E2-DFAF-706DB534110A}"/>
              </a:ext>
            </a:extLst>
          </p:cNvPr>
          <p:cNvSpPr>
            <a:spLocks noGrp="1"/>
          </p:cNvSpPr>
          <p:nvPr>
            <p:ph type="title"/>
          </p:nvPr>
        </p:nvSpPr>
        <p:spPr>
          <a:xfrm>
            <a:off x="443345" y="145675"/>
            <a:ext cx="11028086" cy="646257"/>
          </a:xfrm>
        </p:spPr>
        <p:txBody>
          <a:bodyPr>
            <a:noAutofit/>
          </a:bodyPr>
          <a:lstStyle/>
          <a:p>
            <a:r>
              <a:rPr lang="en-IE" sz="3200" b="1" dirty="0">
                <a:latin typeface="Bookman Old Style" panose="02050604050505020204" pitchFamily="18" charset="0"/>
              </a:rPr>
              <a:t>Threshold values of Support and Confidence</a:t>
            </a:r>
            <a:endParaRPr lang="en-US" sz="3200" dirty="0"/>
          </a:p>
        </p:txBody>
      </p:sp>
      <p:pic>
        <p:nvPicPr>
          <p:cNvPr id="5" name="Picture 4">
            <a:extLst>
              <a:ext uri="{FF2B5EF4-FFF2-40B4-BE49-F238E27FC236}">
                <a16:creationId xmlns:a16="http://schemas.microsoft.com/office/drawing/2014/main" id="{33B40406-DA99-DC17-70F0-AC3CD442A0F3}"/>
              </a:ext>
            </a:extLst>
          </p:cNvPr>
          <p:cNvPicPr>
            <a:picLocks noChangeAspect="1"/>
          </p:cNvPicPr>
          <p:nvPr/>
        </p:nvPicPr>
        <p:blipFill>
          <a:blip r:embed="rId2"/>
          <a:stretch>
            <a:fillRect/>
          </a:stretch>
        </p:blipFill>
        <p:spPr>
          <a:xfrm>
            <a:off x="443345" y="791931"/>
            <a:ext cx="11525806" cy="5823613"/>
          </a:xfrm>
          <a:prstGeom prst="rect">
            <a:avLst/>
          </a:prstGeom>
        </p:spPr>
      </p:pic>
    </p:spTree>
    <p:extLst>
      <p:ext uri="{BB962C8B-B14F-4D97-AF65-F5344CB8AC3E}">
        <p14:creationId xmlns:p14="http://schemas.microsoft.com/office/powerpoint/2010/main" val="30103764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724F55B-2BE7-00CC-65C4-5BE5BC43B125}"/>
              </a:ext>
            </a:extLst>
          </p:cNvPr>
          <p:cNvGraphicFramePr>
            <a:graphicFrameLocks noGrp="1"/>
          </p:cNvGraphicFramePr>
          <p:nvPr>
            <p:ph idx="1"/>
            <p:extLst>
              <p:ext uri="{D42A27DB-BD31-4B8C-83A1-F6EECF244321}">
                <p14:modId xmlns:p14="http://schemas.microsoft.com/office/powerpoint/2010/main" val="1336610464"/>
              </p:ext>
            </p:extLst>
          </p:nvPr>
        </p:nvGraphicFramePr>
        <p:xfrm>
          <a:off x="284017" y="1702336"/>
          <a:ext cx="11298903" cy="2407920"/>
        </p:xfrm>
        <a:graphic>
          <a:graphicData uri="http://schemas.openxmlformats.org/drawingml/2006/table">
            <a:tbl>
              <a:tblPr/>
              <a:tblGrid>
                <a:gridCol w="2169578">
                  <a:extLst>
                    <a:ext uri="{9D8B030D-6E8A-4147-A177-3AD203B41FA5}">
                      <a16:colId xmlns:a16="http://schemas.microsoft.com/office/drawing/2014/main" val="2989463108"/>
                    </a:ext>
                  </a:extLst>
                </a:gridCol>
                <a:gridCol w="1686748">
                  <a:extLst>
                    <a:ext uri="{9D8B030D-6E8A-4147-A177-3AD203B41FA5}">
                      <a16:colId xmlns:a16="http://schemas.microsoft.com/office/drawing/2014/main" val="859018623"/>
                    </a:ext>
                  </a:extLst>
                </a:gridCol>
                <a:gridCol w="7442577">
                  <a:extLst>
                    <a:ext uri="{9D8B030D-6E8A-4147-A177-3AD203B41FA5}">
                      <a16:colId xmlns:a16="http://schemas.microsoft.com/office/drawing/2014/main" val="2170371349"/>
                    </a:ext>
                  </a:extLst>
                </a:gridCol>
              </a:tblGrid>
              <a:tr h="335161">
                <a:tc>
                  <a:txBody>
                    <a:bodyPr/>
                    <a:lstStyle/>
                    <a:p>
                      <a:pPr>
                        <a:buNone/>
                      </a:pPr>
                      <a:r>
                        <a:rPr lang="en-US" sz="2000" b="1">
                          <a:effectLst/>
                          <a:latin typeface="Google Sans Text"/>
                        </a:rPr>
                        <a:t>Metric</a:t>
                      </a:r>
                      <a:endParaRPr lang="en-US" sz="2000">
                        <a:effectLst/>
                        <a:latin typeface="Google Sans Text"/>
                      </a:endParaRP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Threshold Value</a:t>
                      </a:r>
                      <a:endParaRPr lang="en-US" sz="2000" dirty="0">
                        <a:effectLst/>
                        <a:latin typeface="Google Sans Text"/>
                      </a:endParaRP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Purpose</a:t>
                      </a:r>
                      <a:endParaRPr lang="en-US" sz="2000" dirty="0">
                        <a:effectLst/>
                        <a:latin typeface="Google Sans Text"/>
                      </a:endParaRP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80902632"/>
                  </a:ext>
                </a:extLst>
              </a:tr>
              <a:tr h="586532">
                <a:tc>
                  <a:txBody>
                    <a:bodyPr/>
                    <a:lstStyle/>
                    <a:p>
                      <a:pPr>
                        <a:buNone/>
                      </a:pPr>
                      <a:r>
                        <a:rPr lang="en-US" sz="2000" b="1">
                          <a:effectLst/>
                          <a:latin typeface="Google Sans Text"/>
                        </a:rPr>
                        <a:t>Minimum Support</a:t>
                      </a:r>
                      <a:endParaRPr lang="en-US" sz="2000">
                        <a:effectLst/>
                        <a:latin typeface="Google Sans Text"/>
                      </a:endParaRP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0.05 (5%)</a:t>
                      </a:r>
                      <a:endParaRPr lang="en-US" sz="2000" dirty="0">
                        <a:effectLst/>
                        <a:latin typeface="Google Sans Text"/>
                      </a:endParaRP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dirty="0">
                          <a:effectLst/>
                          <a:latin typeface="Google Sans Text"/>
                        </a:rPr>
                        <a:t>Ensures the item combination appears frequently enough in the overall dataset to be considered relevant.</a:t>
                      </a: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619228599"/>
                  </a:ext>
                </a:extLst>
              </a:tr>
              <a:tr h="978631">
                <a:tc>
                  <a:txBody>
                    <a:bodyPr/>
                    <a:lstStyle/>
                    <a:p>
                      <a:pPr>
                        <a:buNone/>
                      </a:pPr>
                      <a:r>
                        <a:rPr lang="en-US" sz="2000" b="1">
                          <a:effectLst/>
                          <a:latin typeface="Google Sans Text"/>
                        </a:rPr>
                        <a:t>Minimum Confidence</a:t>
                      </a:r>
                      <a:endParaRPr lang="en-US" sz="2000">
                        <a:effectLst/>
                        <a:latin typeface="Google Sans Text"/>
                      </a:endParaRP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0.6 (60%)</a:t>
                      </a:r>
                      <a:endParaRPr lang="en-US" sz="2000" dirty="0">
                        <a:effectLst/>
                        <a:latin typeface="Google Sans Text"/>
                      </a:endParaRP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dirty="0">
                          <a:effectLst/>
                          <a:latin typeface="Google Sans Text"/>
                        </a:rPr>
                        <a:t>Ensures that the predictive power of the rule is high; meaning, if the antecedent (IF part) is purchased, the likelihood of the consequent (THEN part) also being purchased is at least 60%.</a:t>
                      </a: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0602683"/>
                  </a:ext>
                </a:extLst>
              </a:tr>
            </a:tbl>
          </a:graphicData>
        </a:graphic>
      </p:graphicFrame>
      <p:sp>
        <p:nvSpPr>
          <p:cNvPr id="5" name="Title 1">
            <a:extLst>
              <a:ext uri="{FF2B5EF4-FFF2-40B4-BE49-F238E27FC236}">
                <a16:creationId xmlns:a16="http://schemas.microsoft.com/office/drawing/2014/main" id="{F5CBF813-52FA-F43B-C448-9CBCDA5BF01E}"/>
              </a:ext>
            </a:extLst>
          </p:cNvPr>
          <p:cNvSpPr>
            <a:spLocks noGrp="1"/>
          </p:cNvSpPr>
          <p:nvPr>
            <p:ph type="title"/>
          </p:nvPr>
        </p:nvSpPr>
        <p:spPr>
          <a:xfrm>
            <a:off x="284017" y="145675"/>
            <a:ext cx="11457709" cy="646257"/>
          </a:xfrm>
        </p:spPr>
        <p:txBody>
          <a:bodyPr>
            <a:noAutofit/>
          </a:bodyPr>
          <a:lstStyle/>
          <a:p>
            <a:r>
              <a:rPr lang="en-IE" sz="3200" b="1" dirty="0">
                <a:latin typeface="Bookman Old Style" panose="02050604050505020204" pitchFamily="18" charset="0"/>
              </a:rPr>
              <a:t>Threshold values of Support and Confidence Contd..</a:t>
            </a:r>
            <a:endParaRPr lang="en-US" sz="3200" dirty="0"/>
          </a:p>
        </p:txBody>
      </p:sp>
      <p:sp>
        <p:nvSpPr>
          <p:cNvPr id="7" name="TextBox 6">
            <a:extLst>
              <a:ext uri="{FF2B5EF4-FFF2-40B4-BE49-F238E27FC236}">
                <a16:creationId xmlns:a16="http://schemas.microsoft.com/office/drawing/2014/main" id="{A9416943-11B0-5111-EB69-840A42BFA6DA}"/>
              </a:ext>
            </a:extLst>
          </p:cNvPr>
          <p:cNvSpPr txBox="1"/>
          <p:nvPr/>
        </p:nvSpPr>
        <p:spPr>
          <a:xfrm>
            <a:off x="284017" y="927321"/>
            <a:ext cx="11033840" cy="707886"/>
          </a:xfrm>
          <a:prstGeom prst="rect">
            <a:avLst/>
          </a:prstGeom>
          <a:noFill/>
        </p:spPr>
        <p:txBody>
          <a:bodyPr wrap="square">
            <a:spAutoFit/>
          </a:bodyPr>
          <a:lstStyle/>
          <a:p>
            <a:r>
              <a:rPr lang="en-IE" sz="2000" b="0" i="0" u="none" strike="noStrike" dirty="0">
                <a:effectLst/>
                <a:latin typeface="Bookman Old Style" panose="02050604050505020204" pitchFamily="18" charset="0"/>
              </a:rPr>
              <a:t>In this analysis, we have defined the threshold values for Support and Confidence as below: </a:t>
            </a:r>
            <a:endParaRPr lang="en-US" sz="2000" dirty="0"/>
          </a:p>
        </p:txBody>
      </p:sp>
      <p:sp>
        <p:nvSpPr>
          <p:cNvPr id="9" name="TextBox 8">
            <a:extLst>
              <a:ext uri="{FF2B5EF4-FFF2-40B4-BE49-F238E27FC236}">
                <a16:creationId xmlns:a16="http://schemas.microsoft.com/office/drawing/2014/main" id="{E17D552D-78BE-E8F8-FC32-19F57F3628EE}"/>
              </a:ext>
            </a:extLst>
          </p:cNvPr>
          <p:cNvSpPr txBox="1"/>
          <p:nvPr/>
        </p:nvSpPr>
        <p:spPr>
          <a:xfrm>
            <a:off x="262778" y="4306835"/>
            <a:ext cx="11076317" cy="1323439"/>
          </a:xfrm>
          <a:prstGeom prst="rect">
            <a:avLst/>
          </a:prstGeom>
          <a:noFill/>
        </p:spPr>
        <p:txBody>
          <a:bodyPr wrap="square">
            <a:spAutoFit/>
          </a:bodyPr>
          <a:lstStyle/>
          <a:p>
            <a:r>
              <a:rPr lang="en-US" sz="2000" dirty="0"/>
              <a:t>By applying these thresholds, the analysis </a:t>
            </a:r>
            <a:r>
              <a:rPr lang="en-US" sz="2000" b="1" dirty="0"/>
              <a:t>filters out less common and unreliable rules</a:t>
            </a:r>
            <a:r>
              <a:rPr lang="en-US" sz="2000" dirty="0"/>
              <a:t>, allowing the focus to remain on the associations that have </a:t>
            </a:r>
            <a:r>
              <a:rPr lang="en-US" sz="2000" b="1" dirty="0"/>
              <a:t>strong statistical support and high predictive confidence</a:t>
            </a:r>
            <a:r>
              <a:rPr lang="en-US" sz="2000" dirty="0"/>
              <a:t>. This ensures the resulting insights are </a:t>
            </a:r>
            <a:r>
              <a:rPr lang="en-US" sz="2000" b="1" dirty="0"/>
              <a:t>meaningful</a:t>
            </a:r>
            <a:r>
              <a:rPr lang="en-US" sz="2000" dirty="0"/>
              <a:t> and provide a solid foundation for informed business decisions, such as product bundling and cross-selling.</a:t>
            </a:r>
          </a:p>
        </p:txBody>
      </p:sp>
    </p:spTree>
    <p:extLst>
      <p:ext uri="{BB962C8B-B14F-4D97-AF65-F5344CB8AC3E}">
        <p14:creationId xmlns:p14="http://schemas.microsoft.com/office/powerpoint/2010/main" val="3335034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4B8C41F-7BD5-8775-4F94-037AC9EB65D1}"/>
              </a:ext>
            </a:extLst>
          </p:cNvPr>
          <p:cNvSpPr>
            <a:spLocks noGrp="1"/>
          </p:cNvSpPr>
          <p:nvPr>
            <p:ph type="title"/>
          </p:nvPr>
        </p:nvSpPr>
        <p:spPr>
          <a:xfrm>
            <a:off x="284017" y="145675"/>
            <a:ext cx="11457709" cy="646257"/>
          </a:xfrm>
        </p:spPr>
        <p:txBody>
          <a:bodyPr>
            <a:noAutofit/>
          </a:bodyPr>
          <a:lstStyle/>
          <a:p>
            <a:r>
              <a:rPr lang="en-IE" sz="3200" b="1" dirty="0">
                <a:latin typeface="Bookman Old Style" panose="02050604050505020204" pitchFamily="18" charset="0"/>
              </a:rPr>
              <a:t>Association Representation</a:t>
            </a:r>
            <a:endParaRPr lang="en-US" sz="3200" dirty="0"/>
          </a:p>
        </p:txBody>
      </p:sp>
      <p:pic>
        <p:nvPicPr>
          <p:cNvPr id="6" name="Picture 5">
            <a:extLst>
              <a:ext uri="{FF2B5EF4-FFF2-40B4-BE49-F238E27FC236}">
                <a16:creationId xmlns:a16="http://schemas.microsoft.com/office/drawing/2014/main" id="{82DB3484-0CFA-367F-4FA4-2795CC4158DA}"/>
              </a:ext>
            </a:extLst>
          </p:cNvPr>
          <p:cNvPicPr>
            <a:picLocks noChangeAspect="1"/>
          </p:cNvPicPr>
          <p:nvPr/>
        </p:nvPicPr>
        <p:blipFill>
          <a:blip r:embed="rId2"/>
          <a:stretch>
            <a:fillRect/>
          </a:stretch>
        </p:blipFill>
        <p:spPr>
          <a:xfrm>
            <a:off x="440297" y="879764"/>
            <a:ext cx="11349921" cy="5978236"/>
          </a:xfrm>
          <a:prstGeom prst="rect">
            <a:avLst/>
          </a:prstGeom>
        </p:spPr>
      </p:pic>
    </p:spTree>
    <p:extLst>
      <p:ext uri="{BB962C8B-B14F-4D97-AF65-F5344CB8AC3E}">
        <p14:creationId xmlns:p14="http://schemas.microsoft.com/office/powerpoint/2010/main" val="3089340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8961C-A635-DEDC-D61B-FA39D88CF902}"/>
              </a:ext>
            </a:extLst>
          </p:cNvPr>
          <p:cNvSpPr>
            <a:spLocks noGrp="1"/>
          </p:cNvSpPr>
          <p:nvPr>
            <p:ph type="title"/>
          </p:nvPr>
        </p:nvSpPr>
        <p:spPr>
          <a:xfrm>
            <a:off x="640080" y="325369"/>
            <a:ext cx="4368602" cy="1956841"/>
          </a:xfrm>
        </p:spPr>
        <p:txBody>
          <a:bodyPr anchor="b">
            <a:normAutofit/>
          </a:bodyPr>
          <a:lstStyle/>
          <a:p>
            <a:r>
              <a:rPr lang="en-IE" sz="3000" b="1" dirty="0">
                <a:latin typeface="Bookman Old Style" panose="02050604050505020204" pitchFamily="18" charset="0"/>
              </a:rPr>
              <a:t>Support, Confidence, and Lift Values: Metrics for Association Analysis</a:t>
            </a:r>
            <a:endParaRPr lang="en-US" sz="3000" b="1" dirty="0"/>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2">
            <a:extLst>
              <a:ext uri="{FF2B5EF4-FFF2-40B4-BE49-F238E27FC236}">
                <a16:creationId xmlns:a16="http://schemas.microsoft.com/office/drawing/2014/main" id="{7293C9B1-2F36-78B5-E057-6E7FB0D00D64}"/>
              </a:ext>
            </a:extLst>
          </p:cNvPr>
          <p:cNvSpPr>
            <a:spLocks noGrp="1"/>
          </p:cNvSpPr>
          <p:nvPr>
            <p:ph idx="1"/>
          </p:nvPr>
        </p:nvSpPr>
        <p:spPr>
          <a:xfrm>
            <a:off x="353291" y="2743200"/>
            <a:ext cx="4956885" cy="3930257"/>
          </a:xfrm>
        </p:spPr>
        <p:txBody>
          <a:bodyPr>
            <a:normAutofit fontScale="25000" lnSpcReduction="20000"/>
          </a:bodyPr>
          <a:lstStyle/>
          <a:p>
            <a:pPr>
              <a:buFont typeface="Arial" panose="020B0604020202020204" pitchFamily="34" charset="0"/>
              <a:buChar char="•"/>
            </a:pPr>
            <a:r>
              <a:rPr lang="en-IE" sz="6400" b="1" i="0" u="none" strike="noStrike" dirty="0">
                <a:effectLst/>
                <a:latin typeface="Bookman Old Style" panose="02050604050505020204" pitchFamily="18" charset="0"/>
              </a:rPr>
              <a:t>Support: </a:t>
            </a:r>
            <a:r>
              <a:rPr lang="en-IE" sz="6400" b="0" i="0" u="none" strike="noStrike" dirty="0">
                <a:effectLst/>
                <a:latin typeface="Bookman Old Style" panose="02050604050505020204" pitchFamily="18" charset="0"/>
              </a:rPr>
              <a:t>The support value represents the frequency or popularity of an itemset in the dataset. It indicates how often a specific combination of items appears together in customer transactions.</a:t>
            </a:r>
          </a:p>
          <a:p>
            <a:pPr>
              <a:buFont typeface="Arial" panose="020B0604020202020204" pitchFamily="34" charset="0"/>
              <a:buChar char="•"/>
            </a:pPr>
            <a:r>
              <a:rPr lang="en-IE" sz="6400" b="1" i="0" u="none" strike="noStrike" dirty="0">
                <a:effectLst/>
                <a:latin typeface="Bookman Old Style" panose="02050604050505020204" pitchFamily="18" charset="0"/>
              </a:rPr>
              <a:t>Confidence: </a:t>
            </a:r>
            <a:r>
              <a:rPr lang="en-IE" sz="6400" b="0" i="0" u="none" strike="noStrike" dirty="0">
                <a:effectLst/>
                <a:latin typeface="Bookman Old Style" panose="02050604050505020204" pitchFamily="18" charset="0"/>
              </a:rPr>
              <a:t>Confidence measures the likelihood that a customer who buys one item will also purchase another item. It is calculated as the ratio of the number of transactions where both items are purchased together to the number of transactions where the first item is purchased.</a:t>
            </a:r>
          </a:p>
          <a:p>
            <a:pPr>
              <a:buFont typeface="Arial" panose="020B0604020202020204" pitchFamily="34" charset="0"/>
              <a:buChar char="•"/>
            </a:pPr>
            <a:r>
              <a:rPr lang="en-IE" sz="6400" b="1" i="0" u="none" strike="noStrike" dirty="0">
                <a:effectLst/>
                <a:latin typeface="Bookman Old Style" panose="02050604050505020204" pitchFamily="18" charset="0"/>
              </a:rPr>
              <a:t>Lift: </a:t>
            </a:r>
            <a:r>
              <a:rPr lang="en-IE" sz="6400" b="0" i="0" u="none" strike="noStrike" dirty="0">
                <a:effectLst/>
                <a:latin typeface="Bookman Old Style" panose="02050604050505020204" pitchFamily="18" charset="0"/>
              </a:rPr>
              <a:t>Lift measures the strength of association between two items in an association rule. It compares the probability of the two items being purchased together to the probability of them being purchased independently. A lift value greater than 1 suggests a positive association, indicating that the items are more likely to be purchased together.</a:t>
            </a:r>
          </a:p>
          <a:p>
            <a:endParaRPr lang="en-US" sz="1000" dirty="0"/>
          </a:p>
        </p:txBody>
      </p:sp>
      <p:pic>
        <p:nvPicPr>
          <p:cNvPr id="5" name="Picture 4" descr="Close-up of a compass with a red needle&#10;&#10;Description automatically generated with medium confidence">
            <a:extLst>
              <a:ext uri="{FF2B5EF4-FFF2-40B4-BE49-F238E27FC236}">
                <a16:creationId xmlns:a16="http://schemas.microsoft.com/office/drawing/2014/main" id="{C10C6F9B-97FE-93EB-68C9-C12F0152BCD1}"/>
              </a:ext>
            </a:extLst>
          </p:cNvPr>
          <p:cNvPicPr>
            <a:picLocks noChangeAspect="1"/>
          </p:cNvPicPr>
          <p:nvPr/>
        </p:nvPicPr>
        <p:blipFill rotWithShape="1">
          <a:blip r:embed="rId2"/>
          <a:srcRect l="2322" r="13676" b="2"/>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91278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6E1660D-E7A9-A88F-6423-CE6A4014600A}"/>
              </a:ext>
            </a:extLst>
          </p:cNvPr>
          <p:cNvGraphicFramePr>
            <a:graphicFrameLocks noGrp="1"/>
          </p:cNvGraphicFramePr>
          <p:nvPr>
            <p:extLst>
              <p:ext uri="{D42A27DB-BD31-4B8C-83A1-F6EECF244321}">
                <p14:modId xmlns:p14="http://schemas.microsoft.com/office/powerpoint/2010/main" val="2458362535"/>
              </p:ext>
            </p:extLst>
          </p:nvPr>
        </p:nvGraphicFramePr>
        <p:xfrm>
          <a:off x="201283" y="1799089"/>
          <a:ext cx="11506200" cy="4397350"/>
        </p:xfrm>
        <a:graphic>
          <a:graphicData uri="http://schemas.openxmlformats.org/drawingml/2006/table">
            <a:tbl>
              <a:tblPr/>
              <a:tblGrid>
                <a:gridCol w="1460740">
                  <a:extLst>
                    <a:ext uri="{9D8B030D-6E8A-4147-A177-3AD203B41FA5}">
                      <a16:colId xmlns:a16="http://schemas.microsoft.com/office/drawing/2014/main" val="1717526703"/>
                    </a:ext>
                  </a:extLst>
                </a:gridCol>
                <a:gridCol w="2306128">
                  <a:extLst>
                    <a:ext uri="{9D8B030D-6E8A-4147-A177-3AD203B41FA5}">
                      <a16:colId xmlns:a16="http://schemas.microsoft.com/office/drawing/2014/main" val="3455501460"/>
                    </a:ext>
                  </a:extLst>
                </a:gridCol>
                <a:gridCol w="7739332">
                  <a:extLst>
                    <a:ext uri="{9D8B030D-6E8A-4147-A177-3AD203B41FA5}">
                      <a16:colId xmlns:a16="http://schemas.microsoft.com/office/drawing/2014/main" val="52308512"/>
                    </a:ext>
                  </a:extLst>
                </a:gridCol>
              </a:tblGrid>
              <a:tr h="189094">
                <a:tc>
                  <a:txBody>
                    <a:bodyPr/>
                    <a:lstStyle/>
                    <a:p>
                      <a:pPr>
                        <a:buNone/>
                      </a:pPr>
                      <a:r>
                        <a:rPr lang="en-US" sz="1800" b="1">
                          <a:effectLst/>
                          <a:latin typeface="Google Sans Text"/>
                        </a:rPr>
                        <a:t>Metric</a:t>
                      </a:r>
                      <a:endParaRPr lang="en-US" sz="1800">
                        <a:effectLst/>
                        <a:latin typeface="Google Sans Text"/>
                      </a:endParaRPr>
                    </a:p>
                  </a:txBody>
                  <a:tcPr marL="56511" marR="56511" marT="28255" marB="2825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1800" b="1" dirty="0">
                          <a:effectLst/>
                          <a:latin typeface="Google Sans Text"/>
                        </a:rPr>
                        <a:t>Definition</a:t>
                      </a:r>
                      <a:endParaRPr lang="en-US" sz="1800" dirty="0">
                        <a:effectLst/>
                        <a:latin typeface="Google Sans Text"/>
                      </a:endParaRPr>
                    </a:p>
                  </a:txBody>
                  <a:tcPr marL="56511" marR="56511" marT="28255" marB="2825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1800" b="1" dirty="0">
                          <a:effectLst/>
                          <a:latin typeface="Google Sans Text"/>
                        </a:rPr>
                        <a:t>Calculation &amp; Purpose</a:t>
                      </a:r>
                      <a:endParaRPr lang="en-US" sz="1800" dirty="0">
                        <a:effectLst/>
                        <a:latin typeface="Google Sans Text"/>
                      </a:endParaRPr>
                    </a:p>
                  </a:txBody>
                  <a:tcPr marL="56511" marR="56511" marT="28255" marB="2825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185294760"/>
                  </a:ext>
                </a:extLst>
              </a:tr>
              <a:tr h="502440">
                <a:tc>
                  <a:txBody>
                    <a:bodyPr/>
                    <a:lstStyle/>
                    <a:p>
                      <a:pPr>
                        <a:buNone/>
                      </a:pPr>
                      <a:r>
                        <a:rPr lang="en-US" sz="1800" b="1">
                          <a:effectLst/>
                          <a:latin typeface="Google Sans Text"/>
                        </a:rPr>
                        <a:t>Support</a:t>
                      </a:r>
                      <a:endParaRPr lang="en-US" sz="1800">
                        <a:effectLst/>
                        <a:latin typeface="Google Sans Text"/>
                      </a:endParaRPr>
                    </a:p>
                  </a:txBody>
                  <a:tcPr marL="56511" marR="56511" marT="28255" marB="2825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1800" b="1" dirty="0">
                          <a:effectLst/>
                          <a:latin typeface="Google Sans Text"/>
                        </a:rPr>
                        <a:t>Frequency and Popularity</a:t>
                      </a:r>
                      <a:r>
                        <a:rPr lang="en-US" sz="1800" dirty="0">
                          <a:effectLst/>
                          <a:latin typeface="Google Sans Text"/>
                        </a:rPr>
                        <a:t> of an itemset.</a:t>
                      </a:r>
                    </a:p>
                  </a:txBody>
                  <a:tcPr marL="56511" marR="56511" marT="28255" marB="2825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1800" dirty="0">
                          <a:effectLst/>
                          <a:latin typeface="Google Sans Text"/>
                        </a:rPr>
                        <a:t>Represents how often a specific combination of items ($X$ and $Y$) appears together relative to the total number of transactions. It identifies the </a:t>
                      </a:r>
                      <a:r>
                        <a:rPr lang="en-US" sz="1800" b="1" dirty="0">
                          <a:effectLst/>
                          <a:latin typeface="Google Sans Text"/>
                        </a:rPr>
                        <a:t>most common </a:t>
                      </a:r>
                      <a:r>
                        <a:rPr lang="en-US" sz="1800" b="1" dirty="0" err="1">
                          <a:effectLst/>
                          <a:latin typeface="Google Sans Text"/>
                        </a:rPr>
                        <a:t>itemsets</a:t>
                      </a:r>
                      <a:r>
                        <a:rPr lang="en-US" sz="1800" dirty="0">
                          <a:effectLst/>
                          <a:latin typeface="Google Sans Text"/>
                        </a:rPr>
                        <a:t> in the dataset.</a:t>
                      </a:r>
                    </a:p>
                  </a:txBody>
                  <a:tcPr marL="56511" marR="56511" marT="28255" marB="2825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39311072"/>
                  </a:ext>
                </a:extLst>
              </a:tr>
              <a:tr h="502440">
                <a:tc>
                  <a:txBody>
                    <a:bodyPr/>
                    <a:lstStyle/>
                    <a:p>
                      <a:pPr>
                        <a:buNone/>
                      </a:pPr>
                      <a:r>
                        <a:rPr lang="en-US" sz="1800" b="1">
                          <a:effectLst/>
                          <a:latin typeface="Google Sans Text"/>
                        </a:rPr>
                        <a:t>Confidence</a:t>
                      </a:r>
                      <a:endParaRPr lang="en-US" sz="1800">
                        <a:effectLst/>
                        <a:latin typeface="Google Sans Text"/>
                      </a:endParaRPr>
                    </a:p>
                  </a:txBody>
                  <a:tcPr marL="56511" marR="56511" marT="28255" marB="2825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1800" b="1" dirty="0">
                          <a:effectLst/>
                          <a:latin typeface="Google Sans Text"/>
                        </a:rPr>
                        <a:t>Likelihood</a:t>
                      </a:r>
                      <a:r>
                        <a:rPr lang="en-US" sz="1800" dirty="0">
                          <a:effectLst/>
                          <a:latin typeface="Google Sans Text"/>
                        </a:rPr>
                        <a:t> that a customer will purchase item Y, </a:t>
                      </a:r>
                      <a:r>
                        <a:rPr lang="en-US" sz="1800" i="1" dirty="0">
                          <a:effectLst/>
                          <a:latin typeface="Google Sans Text"/>
                        </a:rPr>
                        <a:t>given</a:t>
                      </a:r>
                      <a:r>
                        <a:rPr lang="en-US" sz="1800" dirty="0">
                          <a:effectLst/>
                          <a:latin typeface="Google Sans Text"/>
                        </a:rPr>
                        <a:t> they have already purchased item X.</a:t>
                      </a:r>
                    </a:p>
                  </a:txBody>
                  <a:tcPr marL="56511" marR="56511" marT="28255" marB="2825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1800" dirty="0">
                          <a:effectLst/>
                          <a:latin typeface="Google Sans Text"/>
                        </a:rPr>
                        <a:t>Calculated as the ratio of transactions containing both $X$ and $Y$ to the transactions containing $X$ alone. It measures the </a:t>
                      </a:r>
                      <a:r>
                        <a:rPr lang="en-US" sz="1800" b="1" dirty="0">
                          <a:effectLst/>
                          <a:latin typeface="Google Sans Text"/>
                        </a:rPr>
                        <a:t>predictive power</a:t>
                      </a:r>
                      <a:r>
                        <a:rPr lang="en-US" sz="1800" dirty="0">
                          <a:effectLst/>
                          <a:latin typeface="Google Sans Text"/>
                        </a:rPr>
                        <a:t> of the rule ($X \</a:t>
                      </a:r>
                      <a:r>
                        <a:rPr lang="en-US" sz="1800" dirty="0" err="1">
                          <a:effectLst/>
                          <a:latin typeface="Google Sans Text"/>
                        </a:rPr>
                        <a:t>rightarrow</a:t>
                      </a:r>
                      <a:r>
                        <a:rPr lang="en-US" sz="1800" dirty="0">
                          <a:effectLst/>
                          <a:latin typeface="Google Sans Text"/>
                        </a:rPr>
                        <a:t> Y$).</a:t>
                      </a:r>
                    </a:p>
                  </a:txBody>
                  <a:tcPr marL="56511" marR="56511" marT="28255" marB="2825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028811264"/>
                  </a:ext>
                </a:extLst>
              </a:tr>
              <a:tr h="661104">
                <a:tc>
                  <a:txBody>
                    <a:bodyPr/>
                    <a:lstStyle/>
                    <a:p>
                      <a:pPr>
                        <a:buNone/>
                      </a:pPr>
                      <a:r>
                        <a:rPr lang="en-US" sz="1800" b="1">
                          <a:effectLst/>
                          <a:latin typeface="Google Sans Text"/>
                        </a:rPr>
                        <a:t>Lift</a:t>
                      </a:r>
                      <a:endParaRPr lang="en-US" sz="1800">
                        <a:effectLst/>
                        <a:latin typeface="Google Sans Text"/>
                      </a:endParaRPr>
                    </a:p>
                  </a:txBody>
                  <a:tcPr marL="56511" marR="56511" marT="28255" marB="2825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1800" b="1" dirty="0">
                          <a:effectLst/>
                          <a:latin typeface="Google Sans Text"/>
                        </a:rPr>
                        <a:t>Strength of Association</a:t>
                      </a:r>
                      <a:r>
                        <a:rPr lang="en-US" sz="1800" dirty="0">
                          <a:effectLst/>
                          <a:latin typeface="Google Sans Text"/>
                        </a:rPr>
                        <a:t> between two items.</a:t>
                      </a:r>
                    </a:p>
                  </a:txBody>
                  <a:tcPr marL="56511" marR="56511" marT="28255" marB="2825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1800" dirty="0">
                          <a:effectLst/>
                          <a:latin typeface="Google Sans Text"/>
                        </a:rPr>
                        <a:t>Compares the probability of items $X$ and $Y$ being purchased together to the probability of them being purchased independently (by chance). A Lift value </a:t>
                      </a:r>
                      <a:r>
                        <a:rPr lang="en-US" sz="1800" b="1" dirty="0">
                          <a:effectLst/>
                          <a:latin typeface="Google Sans Text"/>
                        </a:rPr>
                        <a:t>greater than 1</a:t>
                      </a:r>
                      <a:r>
                        <a:rPr lang="en-US" sz="1800" dirty="0">
                          <a:effectLst/>
                          <a:latin typeface="Google Sans Text"/>
                        </a:rPr>
                        <a:t> indicates a </a:t>
                      </a:r>
                      <a:r>
                        <a:rPr lang="en-US" sz="1800" b="1" dirty="0">
                          <a:effectLst/>
                          <a:latin typeface="Google Sans Text"/>
                        </a:rPr>
                        <a:t>positive association</a:t>
                      </a:r>
                      <a:r>
                        <a:rPr lang="en-US" sz="1800" dirty="0">
                          <a:effectLst/>
                          <a:latin typeface="Google Sans Text"/>
                        </a:rPr>
                        <a:t>, meaning the items are more likely to be bought together.</a:t>
                      </a:r>
                    </a:p>
                  </a:txBody>
                  <a:tcPr marL="56511" marR="56511" marT="28255" marB="2825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146765553"/>
                  </a:ext>
                </a:extLst>
              </a:tr>
              <a:tr h="264442">
                <a:tc>
                  <a:txBody>
                    <a:bodyPr/>
                    <a:lstStyle/>
                    <a:p>
                      <a:pPr>
                        <a:buNone/>
                      </a:pPr>
                      <a:endParaRPr lang="en-US" sz="1800">
                        <a:effectLst/>
                        <a:latin typeface="Google Sans Text"/>
                      </a:endParaRPr>
                    </a:p>
                  </a:txBody>
                  <a:tcPr marL="56511" marR="56511" marT="28255" marB="2825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endParaRPr lang="en-US" sz="1800">
                        <a:effectLst/>
                        <a:latin typeface="Google Sans Text"/>
                      </a:endParaRPr>
                    </a:p>
                  </a:txBody>
                  <a:tcPr marL="56511" marR="56511" marT="28255" marB="2825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1800" dirty="0">
                          <a:effectLst/>
                          <a:latin typeface="Google Sans Text"/>
                        </a:rPr>
                        <a:t>A Lift value </a:t>
                      </a:r>
                      <a:r>
                        <a:rPr lang="en-US" sz="1800" b="1" dirty="0">
                          <a:effectLst/>
                          <a:latin typeface="Google Sans Text"/>
                        </a:rPr>
                        <a:t>less than 1</a:t>
                      </a:r>
                      <a:r>
                        <a:rPr lang="en-US" sz="1800" dirty="0">
                          <a:effectLst/>
                          <a:latin typeface="Google Sans Text"/>
                        </a:rPr>
                        <a:t> suggests a negative association, and a value </a:t>
                      </a:r>
                      <a:r>
                        <a:rPr lang="en-US" sz="1800" b="1" dirty="0">
                          <a:effectLst/>
                          <a:latin typeface="Google Sans Text"/>
                        </a:rPr>
                        <a:t>equal to 1</a:t>
                      </a:r>
                      <a:r>
                        <a:rPr lang="en-US" sz="1800" dirty="0">
                          <a:effectLst/>
                          <a:latin typeface="Google Sans Text"/>
                        </a:rPr>
                        <a:t> suggests no relationship.</a:t>
                      </a:r>
                    </a:p>
                  </a:txBody>
                  <a:tcPr marL="56511" marR="56511" marT="28255" marB="2825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135102272"/>
                  </a:ext>
                </a:extLst>
              </a:tr>
            </a:tbl>
          </a:graphicData>
        </a:graphic>
      </p:graphicFrame>
      <p:sp>
        <p:nvSpPr>
          <p:cNvPr id="5" name="Title 1">
            <a:extLst>
              <a:ext uri="{FF2B5EF4-FFF2-40B4-BE49-F238E27FC236}">
                <a16:creationId xmlns:a16="http://schemas.microsoft.com/office/drawing/2014/main" id="{AAEA7503-D8E4-CFD8-3F1B-8ED3FEE94F5D}"/>
              </a:ext>
            </a:extLst>
          </p:cNvPr>
          <p:cNvSpPr>
            <a:spLocks noGrp="1"/>
          </p:cNvSpPr>
          <p:nvPr>
            <p:ph type="title"/>
          </p:nvPr>
        </p:nvSpPr>
        <p:spPr>
          <a:xfrm>
            <a:off x="201283" y="325370"/>
            <a:ext cx="11691667" cy="560276"/>
          </a:xfrm>
        </p:spPr>
        <p:txBody>
          <a:bodyPr anchor="b">
            <a:normAutofit fontScale="90000"/>
          </a:bodyPr>
          <a:lstStyle/>
          <a:p>
            <a:r>
              <a:rPr lang="en-IE" sz="3000" b="1" dirty="0">
                <a:latin typeface="Bookman Old Style" panose="02050604050505020204" pitchFamily="18" charset="0"/>
              </a:rPr>
              <a:t>Support, Confidence, and Lift Values: Metrics for Association Analysis </a:t>
            </a:r>
            <a:r>
              <a:rPr lang="en-IE" sz="3000" b="1" dirty="0" err="1">
                <a:latin typeface="Bookman Old Style" panose="02050604050505020204" pitchFamily="18" charset="0"/>
              </a:rPr>
              <a:t>Contd</a:t>
            </a:r>
            <a:r>
              <a:rPr lang="en-IE" sz="3000" b="1" dirty="0">
                <a:latin typeface="Bookman Old Style" panose="02050604050505020204" pitchFamily="18" charset="0"/>
              </a:rPr>
              <a:t>….</a:t>
            </a:r>
            <a:endParaRPr lang="en-US" sz="3000" b="1" dirty="0"/>
          </a:p>
        </p:txBody>
      </p:sp>
      <p:sp>
        <p:nvSpPr>
          <p:cNvPr id="7" name="TextBox 6">
            <a:extLst>
              <a:ext uri="{FF2B5EF4-FFF2-40B4-BE49-F238E27FC236}">
                <a16:creationId xmlns:a16="http://schemas.microsoft.com/office/drawing/2014/main" id="{5E87FC5F-A233-CEF6-D433-237104026F1A}"/>
              </a:ext>
            </a:extLst>
          </p:cNvPr>
          <p:cNvSpPr txBox="1"/>
          <p:nvPr/>
        </p:nvSpPr>
        <p:spPr>
          <a:xfrm>
            <a:off x="201283" y="1019202"/>
            <a:ext cx="11506200" cy="646331"/>
          </a:xfrm>
          <a:prstGeom prst="rect">
            <a:avLst/>
          </a:prstGeom>
          <a:noFill/>
        </p:spPr>
        <p:txBody>
          <a:bodyPr wrap="square">
            <a:spAutoFit/>
          </a:bodyPr>
          <a:lstStyle/>
          <a:p>
            <a:r>
              <a:rPr lang="en-US" dirty="0"/>
              <a:t>The strength and value of an association rule (</a:t>
            </a:r>
            <a:r>
              <a:rPr lang="en-US" dirty="0">
                <a:effectLst/>
              </a:rPr>
              <a:t>X</a:t>
            </a:r>
            <a:r>
              <a:rPr lang="en-US" dirty="0"/>
              <a:t>→</a:t>
            </a:r>
            <a:r>
              <a:rPr lang="en-US" dirty="0">
                <a:effectLst/>
              </a:rPr>
              <a:t>Y</a:t>
            </a:r>
            <a:r>
              <a:rPr lang="en-US" dirty="0"/>
              <a:t>) are quantified using three core metrics: </a:t>
            </a:r>
            <a:r>
              <a:rPr lang="en-US" b="1" dirty="0"/>
              <a:t>Support, Confidence, and Lift</a:t>
            </a:r>
            <a:r>
              <a:rPr lang="en-US" dirty="0"/>
              <a:t>.</a:t>
            </a:r>
          </a:p>
        </p:txBody>
      </p:sp>
    </p:spTree>
    <p:extLst>
      <p:ext uri="{BB962C8B-B14F-4D97-AF65-F5344CB8AC3E}">
        <p14:creationId xmlns:p14="http://schemas.microsoft.com/office/powerpoint/2010/main" val="30559355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FD5AA-9899-F3A8-1342-1EA9E923D151}"/>
              </a:ext>
            </a:extLst>
          </p:cNvPr>
          <p:cNvSpPr>
            <a:spLocks noGrp="1"/>
          </p:cNvSpPr>
          <p:nvPr>
            <p:ph type="title"/>
          </p:nvPr>
        </p:nvSpPr>
        <p:spPr>
          <a:xfrm>
            <a:off x="280358" y="93424"/>
            <a:ext cx="10515600" cy="434256"/>
          </a:xfrm>
        </p:spPr>
        <p:txBody>
          <a:bodyPr>
            <a:normAutofit fontScale="90000"/>
          </a:bodyPr>
          <a:lstStyle/>
          <a:p>
            <a:r>
              <a:rPr lang="en-US" dirty="0">
                <a:solidFill>
                  <a:schemeClr val="accent2"/>
                </a:solidFill>
                <a:latin typeface="Bookman Old Style" panose="02050604050505020204" pitchFamily="18" charset="0"/>
              </a:rPr>
              <a:t>Summary </a:t>
            </a:r>
            <a:endParaRPr lang="en-US" dirty="0"/>
          </a:p>
        </p:txBody>
      </p:sp>
      <p:sp>
        <p:nvSpPr>
          <p:cNvPr id="3" name="Content Placeholder 2">
            <a:extLst>
              <a:ext uri="{FF2B5EF4-FFF2-40B4-BE49-F238E27FC236}">
                <a16:creationId xmlns:a16="http://schemas.microsoft.com/office/drawing/2014/main" id="{0158A57E-66B3-B13F-7054-0AC731EAFC6A}"/>
              </a:ext>
            </a:extLst>
          </p:cNvPr>
          <p:cNvSpPr>
            <a:spLocks noGrp="1"/>
          </p:cNvSpPr>
          <p:nvPr>
            <p:ph idx="1"/>
          </p:nvPr>
        </p:nvSpPr>
        <p:spPr>
          <a:xfrm>
            <a:off x="280357" y="-103516"/>
            <a:ext cx="11549333" cy="6521570"/>
          </a:xfrm>
        </p:spPr>
        <p:txBody>
          <a:bodyPr>
            <a:noAutofit/>
          </a:bodyPr>
          <a:lstStyle/>
          <a:p>
            <a:endParaRPr lang="en-US" sz="1600" dirty="0"/>
          </a:p>
          <a:p>
            <a:endParaRPr lang="en-US" sz="1600" dirty="0"/>
          </a:p>
          <a:p>
            <a:pPr marL="342900" indent="-342900">
              <a:buFont typeface="+mj-lt"/>
              <a:buAutoNum type="arabicPeriod"/>
            </a:pPr>
            <a:r>
              <a:rPr lang="en-US" sz="1600" dirty="0"/>
              <a:t>There is high and consistent customer preference for a core set of staple and convenience goods, led by Poultry, Soda, and Cereals. The close order counts among the top five products across 2018 and 2019 (e.g., Poultry at 288 and Soda at 287 in 2019 ) indicate that demand is competitive and that even minor targeted promotions can significantly shift sales volume among these items. Products trailing in demand, such as Ketchup, hand soap, and pork, offer opportunities for strategic bundling with high-demand items.</a:t>
            </a:r>
          </a:p>
          <a:p>
            <a:pPr marL="342900" indent="-342900">
              <a:buFont typeface="+mj-lt"/>
              <a:buAutoNum type="arabicPeriod"/>
            </a:pPr>
            <a:r>
              <a:rPr lang="en-US" sz="1600" dirty="0"/>
              <a:t>Customer activity is significantly higher on the weekends. The number of orders and products sold increases consistently from Monday to Sunday. This strongly suggests that promotional efforts, inventory staging, and staffing levels should be heavily weighted toward the latter half of the week (Friday through Sunday) to capitalize on peak demand.</a:t>
            </a:r>
          </a:p>
          <a:p>
            <a:pPr marL="342900" indent="-342900">
              <a:buFont typeface="+mj-lt"/>
              <a:buAutoNum type="arabicPeriod"/>
            </a:pPr>
            <a:r>
              <a:rPr lang="en-US" sz="1600" dirty="0"/>
              <a:t>While product order activity was relatively stable from 2018 to 2019, the sharp decline noted in both orders and products sold in 2020 cannot be definitively interpreted as a long-term trend. This anomaly is due to insufficient data (only the first two months of 2020 were provided) and requires further data collection or external context to establish true year-over-year patterns. Similarly, the weekly and quarterly product sales show erratic patterns that need deeper investigation to establish any reliable trends.</a:t>
            </a:r>
          </a:p>
          <a:p>
            <a:pPr marL="342900" indent="-342900">
              <a:buFont typeface="+mj-lt"/>
              <a:buAutoNum type="arabicPeriod"/>
            </a:pPr>
            <a:r>
              <a:rPr lang="en-US" sz="1600" dirty="0"/>
              <a:t>The transactional data is suitable for Market Basket Analysis, as the 4,730 duplicate Order IDs correctly represent multiple items within a single transaction, forming the basis for association rules. The objective of identifying frequently purchased item combinations is achievable. By leveraging high-Lift association rules (e.g., {yogurt, toilet paper, aluminum foil} implies Juice ), the grocery store can implement profitable combo offers and strategic product placement to encourage customers to buy related items and increase the store’s revenue.</a:t>
            </a:r>
          </a:p>
          <a:p>
            <a:pPr marL="342900" indent="-342900">
              <a:buFont typeface="+mj-lt"/>
              <a:buAutoNum type="arabicPeriod"/>
            </a:pPr>
            <a:r>
              <a:rPr lang="en-US" sz="1600" dirty="0"/>
              <a:t>Over the course of three years, the analysis of customer orders reveals changing preferences and trends. In 2018, cereals, poultry, flour, shampoo, and lunch meat were popular choices, indicating a demand for everyday household items. In 2019, poultry, soda, dishwashing liquid, waffles, and milk took the lead, suggesting a mix of food and cleaning products. However, in 2020, there was a shift towards dinner rolls, poultry, pork, ice cream, and beef, showcasing a desire for more indulgent food options. This suggests a shift in customer preferences between the two years, indicating changing market trends.</a:t>
            </a:r>
          </a:p>
          <a:p>
            <a:endParaRPr lang="en-US" sz="1600" dirty="0"/>
          </a:p>
        </p:txBody>
      </p:sp>
    </p:spTree>
    <p:extLst>
      <p:ext uri="{BB962C8B-B14F-4D97-AF65-F5344CB8AC3E}">
        <p14:creationId xmlns:p14="http://schemas.microsoft.com/office/powerpoint/2010/main" val="333131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3C094-D18D-8774-6EED-814D36F595EA}"/>
              </a:ext>
            </a:extLst>
          </p:cNvPr>
          <p:cNvSpPr>
            <a:spLocks noGrp="1"/>
          </p:cNvSpPr>
          <p:nvPr>
            <p:ph type="title"/>
          </p:nvPr>
        </p:nvSpPr>
        <p:spPr>
          <a:xfrm>
            <a:off x="195533" y="130630"/>
            <a:ext cx="11542142" cy="609175"/>
          </a:xfrm>
        </p:spPr>
        <p:txBody>
          <a:bodyPr>
            <a:normAutofit/>
          </a:bodyPr>
          <a:lstStyle/>
          <a:p>
            <a:r>
              <a:rPr lang="en-IE" sz="3600" b="1" dirty="0">
                <a:latin typeface="Bookman Old Style" panose="02050604050505020204" pitchFamily="18" charset="0"/>
              </a:rPr>
              <a:t>Recommendations (discount offers/ combos)</a:t>
            </a:r>
            <a:endParaRPr lang="en-US" sz="3600" dirty="0"/>
          </a:p>
        </p:txBody>
      </p:sp>
      <p:graphicFrame>
        <p:nvGraphicFramePr>
          <p:cNvPr id="4" name="Table 3">
            <a:extLst>
              <a:ext uri="{FF2B5EF4-FFF2-40B4-BE49-F238E27FC236}">
                <a16:creationId xmlns:a16="http://schemas.microsoft.com/office/drawing/2014/main" id="{95C66A42-926E-99D4-0B48-1BA8011F9501}"/>
              </a:ext>
            </a:extLst>
          </p:cNvPr>
          <p:cNvGraphicFramePr>
            <a:graphicFrameLocks noGrp="1"/>
          </p:cNvGraphicFramePr>
          <p:nvPr>
            <p:extLst>
              <p:ext uri="{D42A27DB-BD31-4B8C-83A1-F6EECF244321}">
                <p14:modId xmlns:p14="http://schemas.microsoft.com/office/powerpoint/2010/main" val="748386882"/>
              </p:ext>
            </p:extLst>
          </p:nvPr>
        </p:nvGraphicFramePr>
        <p:xfrm>
          <a:off x="333553" y="1663137"/>
          <a:ext cx="11684275" cy="5086455"/>
        </p:xfrm>
        <a:graphic>
          <a:graphicData uri="http://schemas.openxmlformats.org/drawingml/2006/table">
            <a:tbl>
              <a:tblPr/>
              <a:tblGrid>
                <a:gridCol w="2076950">
                  <a:extLst>
                    <a:ext uri="{9D8B030D-6E8A-4147-A177-3AD203B41FA5}">
                      <a16:colId xmlns:a16="http://schemas.microsoft.com/office/drawing/2014/main" val="1876473982"/>
                    </a:ext>
                  </a:extLst>
                </a:gridCol>
                <a:gridCol w="2899164">
                  <a:extLst>
                    <a:ext uri="{9D8B030D-6E8A-4147-A177-3AD203B41FA5}">
                      <a16:colId xmlns:a16="http://schemas.microsoft.com/office/drawing/2014/main" val="1618569727"/>
                    </a:ext>
                  </a:extLst>
                </a:gridCol>
                <a:gridCol w="5234276">
                  <a:extLst>
                    <a:ext uri="{9D8B030D-6E8A-4147-A177-3AD203B41FA5}">
                      <a16:colId xmlns:a16="http://schemas.microsoft.com/office/drawing/2014/main" val="1973072685"/>
                    </a:ext>
                  </a:extLst>
                </a:gridCol>
                <a:gridCol w="1473885">
                  <a:extLst>
                    <a:ext uri="{9D8B030D-6E8A-4147-A177-3AD203B41FA5}">
                      <a16:colId xmlns:a16="http://schemas.microsoft.com/office/drawing/2014/main" val="3858533997"/>
                    </a:ext>
                  </a:extLst>
                </a:gridCol>
              </a:tblGrid>
              <a:tr h="358224">
                <a:tc>
                  <a:txBody>
                    <a:bodyPr/>
                    <a:lstStyle/>
                    <a:p>
                      <a:pPr>
                        <a:buNone/>
                      </a:pPr>
                      <a:r>
                        <a:rPr lang="en-US" sz="2000" b="1" dirty="0">
                          <a:effectLst/>
                          <a:latin typeface="Google Sans Text"/>
                        </a:rPr>
                        <a:t>Combo Strategy</a:t>
                      </a:r>
                      <a:endParaRPr lang="en-US" sz="2000" dirty="0">
                        <a:effectLst/>
                        <a:latin typeface="Google Sans Text"/>
                      </a:endParaRP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Based on MBA Rule</a:t>
                      </a:r>
                      <a:endParaRPr lang="en-US" sz="2000" dirty="0">
                        <a:effectLst/>
                        <a:latin typeface="Google Sans Text"/>
                      </a:endParaRP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Recommendation</a:t>
                      </a:r>
                      <a:endParaRPr lang="en-US" sz="2000" dirty="0">
                        <a:effectLst/>
                        <a:latin typeface="Google Sans Text"/>
                      </a:endParaRP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Type</a:t>
                      </a:r>
                      <a:endParaRPr lang="en-US" sz="2000" dirty="0">
                        <a:effectLst/>
                        <a:latin typeface="Google Sans Text"/>
                      </a:endParaRP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20220636"/>
                  </a:ext>
                </a:extLst>
              </a:tr>
              <a:tr h="1246425">
                <a:tc>
                  <a:txBody>
                    <a:bodyPr/>
                    <a:lstStyle/>
                    <a:p>
                      <a:pPr>
                        <a:buNone/>
                      </a:pPr>
                      <a:r>
                        <a:rPr lang="en-US" sz="2000" b="1" dirty="0">
                          <a:effectLst/>
                          <a:latin typeface="Google Sans Text"/>
                        </a:rPr>
                        <a:t>"The Dinner Prep Bundle"</a:t>
                      </a:r>
                      <a:endParaRPr lang="en-US" sz="2000" dirty="0">
                        <a:effectLst/>
                        <a:latin typeface="Google Sans Text"/>
                      </a:endParaRP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dirty="0">
                          <a:effectLst/>
                          <a:latin typeface="Google Sans Text"/>
                        </a:rPr>
                        <a:t>{yogurt, toilet paper, aluminum foil} \</a:t>
                      </a:r>
                      <a:r>
                        <a:rPr lang="en-US" sz="2000" dirty="0" err="1">
                          <a:effectLst/>
                          <a:latin typeface="Google Sans Text"/>
                        </a:rPr>
                        <a:t>rightarrow</a:t>
                      </a:r>
                      <a:r>
                        <a:rPr lang="en-US" sz="2000" dirty="0">
                          <a:effectLst/>
                          <a:latin typeface="Google Sans Text"/>
                        </a:rPr>
                        <a:t> Juice (Lift: 1.7)</a:t>
                      </a: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dirty="0">
                          <a:effectLst/>
                          <a:latin typeface="Google Sans Text"/>
                        </a:rPr>
                        <a:t>Offer </a:t>
                      </a:r>
                      <a:r>
                        <a:rPr lang="en-US" sz="2000" b="1" dirty="0">
                          <a:effectLst/>
                          <a:latin typeface="Google Sans Text"/>
                        </a:rPr>
                        <a:t>15% off Juice</a:t>
                      </a:r>
                      <a:r>
                        <a:rPr lang="en-US" sz="2000" dirty="0">
                          <a:effectLst/>
                          <a:latin typeface="Google Sans Text"/>
                        </a:rPr>
                        <a:t> when a basket contains any two of the antecedent items (yogurt, toilet paper, aluminum foil).</a:t>
                      </a: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a:effectLst/>
                          <a:latin typeface="Google Sans Text"/>
                        </a:rPr>
                        <a:t>Conditional Discount</a:t>
                      </a:r>
                      <a:endParaRPr lang="en-US" sz="2000">
                        <a:effectLst/>
                        <a:latin typeface="Google Sans Text"/>
                      </a:endParaRP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785837143"/>
                  </a:ext>
                </a:extLst>
              </a:tr>
              <a:tr h="1246425">
                <a:tc>
                  <a:txBody>
                    <a:bodyPr/>
                    <a:lstStyle/>
                    <a:p>
                      <a:pPr>
                        <a:buNone/>
                      </a:pPr>
                      <a:r>
                        <a:rPr lang="en-US" sz="2000" b="1">
                          <a:effectLst/>
                          <a:latin typeface="Google Sans Text"/>
                        </a:rPr>
                        <a:t>"Weekend Breakfast Pack"</a:t>
                      </a:r>
                      <a:endParaRPr lang="en-US" sz="2000">
                        <a:effectLst/>
                        <a:latin typeface="Google Sans Text"/>
                      </a:endParaRP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dirty="0">
                          <a:effectLst/>
                          <a:latin typeface="Google Sans Text"/>
                        </a:rPr>
                        <a:t>{bagels, cereals, sandwich bags} \</a:t>
                      </a:r>
                      <a:r>
                        <a:rPr lang="en-US" sz="2000" dirty="0" err="1">
                          <a:effectLst/>
                          <a:latin typeface="Google Sans Text"/>
                        </a:rPr>
                        <a:t>rightarrow</a:t>
                      </a:r>
                      <a:r>
                        <a:rPr lang="en-US" sz="2000" dirty="0">
                          <a:effectLst/>
                          <a:latin typeface="Google Sans Text"/>
                        </a:rPr>
                        <a:t> Milk (Lift: 1.726)</a:t>
                      </a: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a:effectLst/>
                          <a:latin typeface="Google Sans Text"/>
                        </a:rPr>
                        <a:t>Create a </a:t>
                      </a:r>
                      <a:r>
                        <a:rPr lang="en-US" sz="2000" b="1">
                          <a:effectLst/>
                          <a:latin typeface="Google Sans Text"/>
                        </a:rPr>
                        <a:t>Fixed-Price "Back-to-School/Work" Bundle</a:t>
                      </a:r>
                      <a:r>
                        <a:rPr lang="en-US" sz="2000">
                          <a:effectLst/>
                          <a:latin typeface="Google Sans Text"/>
                        </a:rPr>
                        <a:t> offering Milk, Bagels, and Cereals for a discounted price.</a:t>
                      </a: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a:effectLst/>
                          <a:latin typeface="Google Sans Text"/>
                        </a:rPr>
                        <a:t>Fixed Price Bundle</a:t>
                      </a:r>
                      <a:endParaRPr lang="en-US" sz="2000">
                        <a:effectLst/>
                        <a:latin typeface="Google Sans Text"/>
                      </a:endParaRP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75331677"/>
                  </a:ext>
                </a:extLst>
              </a:tr>
              <a:tr h="966736">
                <a:tc>
                  <a:txBody>
                    <a:bodyPr/>
                    <a:lstStyle/>
                    <a:p>
                      <a:pPr>
                        <a:buNone/>
                      </a:pPr>
                      <a:r>
                        <a:rPr lang="en-US" sz="2000" b="1">
                          <a:effectLst/>
                          <a:latin typeface="Google Sans Text"/>
                        </a:rPr>
                        <a:t>"Cleanup Combo"</a:t>
                      </a:r>
                      <a:endParaRPr lang="en-US" sz="2000">
                        <a:effectLst/>
                        <a:latin typeface="Google Sans Text"/>
                      </a:endParaRP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a:effectLst/>
                          <a:latin typeface="Google Sans Text"/>
                        </a:rPr>
                        <a:t>{eggs, ice cream, pasta} \rightarrow paper towels (Lift: 1.791)</a:t>
                      </a: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a:effectLst/>
                          <a:latin typeface="Google Sans Text"/>
                        </a:rPr>
                        <a:t>Offer a </a:t>
                      </a:r>
                      <a:r>
                        <a:rPr lang="en-US" sz="2000" b="1">
                          <a:effectLst/>
                          <a:latin typeface="Google Sans Text"/>
                        </a:rPr>
                        <a:t>"Buy 2, Get Paper Towels 50% Off"</a:t>
                      </a:r>
                      <a:r>
                        <a:rPr lang="en-US" sz="2000">
                          <a:effectLst/>
                          <a:latin typeface="Google Sans Text"/>
                        </a:rPr>
                        <a:t> deal when a customer buys Eggs and Ice Cream/Pasta.</a:t>
                      </a: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a:effectLst/>
                          <a:latin typeface="Google Sans Text"/>
                        </a:rPr>
                        <a:t>High-Value Discount</a:t>
                      </a:r>
                      <a:endParaRPr lang="en-US" sz="2000">
                        <a:effectLst/>
                        <a:latin typeface="Google Sans Text"/>
                      </a:endParaRP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898428418"/>
                  </a:ext>
                </a:extLst>
              </a:tr>
              <a:tr h="1246425">
                <a:tc>
                  <a:txBody>
                    <a:bodyPr/>
                    <a:lstStyle/>
                    <a:p>
                      <a:pPr>
                        <a:buNone/>
                      </a:pPr>
                      <a:r>
                        <a:rPr lang="en-US" sz="2000" b="1">
                          <a:effectLst/>
                          <a:latin typeface="Google Sans Text"/>
                        </a:rPr>
                        <a:t>"Protein Prep Discount"</a:t>
                      </a:r>
                      <a:endParaRPr lang="en-US" sz="2000">
                        <a:effectLst/>
                        <a:latin typeface="Google Sans Text"/>
                      </a:endParaRP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a:effectLst/>
                          <a:latin typeface="Google Sans Text"/>
                        </a:rPr>
                        <a:t>{yogurt, poultry, aluminum foil} \rightarrow Juice (Lift: 1.645)</a:t>
                      </a: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dirty="0">
                          <a:effectLst/>
                          <a:latin typeface="Google Sans Text"/>
                        </a:rPr>
                        <a:t>Provide a </a:t>
                      </a:r>
                      <a:r>
                        <a:rPr lang="en-US" sz="2000" b="1" dirty="0">
                          <a:effectLst/>
                          <a:latin typeface="Google Sans Text"/>
                        </a:rPr>
                        <a:t>$1.00 off coupon for Juice</a:t>
                      </a:r>
                      <a:r>
                        <a:rPr lang="en-US" sz="2000" dirty="0">
                          <a:effectLst/>
                          <a:latin typeface="Google Sans Text"/>
                        </a:rPr>
                        <a:t> at the point-of-sale when a customer purchases Poultry and Yogurt together.</a:t>
                      </a: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Point-of-Sale Prompt</a:t>
                      </a:r>
                      <a:endParaRPr lang="en-US" sz="2000" dirty="0">
                        <a:effectLst/>
                        <a:latin typeface="Google Sans Text"/>
                      </a:endParaRPr>
                    </a:p>
                  </a:txBody>
                  <a:tcPr marL="63990" marR="63990" marT="31995" marB="31995"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4223562267"/>
                  </a:ext>
                </a:extLst>
              </a:tr>
            </a:tbl>
          </a:graphicData>
        </a:graphic>
      </p:graphicFrame>
      <p:sp>
        <p:nvSpPr>
          <p:cNvPr id="6" name="TextBox 5">
            <a:extLst>
              <a:ext uri="{FF2B5EF4-FFF2-40B4-BE49-F238E27FC236}">
                <a16:creationId xmlns:a16="http://schemas.microsoft.com/office/drawing/2014/main" id="{E0BE9F46-20BF-5420-DCFC-868F9157E9D2}"/>
              </a:ext>
            </a:extLst>
          </p:cNvPr>
          <p:cNvSpPr txBox="1"/>
          <p:nvPr/>
        </p:nvSpPr>
        <p:spPr>
          <a:xfrm>
            <a:off x="333553" y="739806"/>
            <a:ext cx="11404122" cy="923330"/>
          </a:xfrm>
          <a:prstGeom prst="rect">
            <a:avLst/>
          </a:prstGeom>
          <a:noFill/>
        </p:spPr>
        <p:txBody>
          <a:bodyPr wrap="square">
            <a:spAutoFit/>
          </a:bodyPr>
          <a:lstStyle/>
          <a:p>
            <a:pPr>
              <a:buNone/>
            </a:pPr>
            <a:r>
              <a:rPr lang="en-US" b="1" dirty="0"/>
              <a:t>High-Lift Cross-Selling Combos (MBA-Driven)</a:t>
            </a:r>
          </a:p>
          <a:p>
            <a:pPr>
              <a:buNone/>
            </a:pPr>
            <a:r>
              <a:rPr lang="en-US" dirty="0"/>
              <a:t>These promotions target the strongest, non-obvious associations (High Lift values) to drive sales of the </a:t>
            </a:r>
            <a:r>
              <a:rPr lang="en-US" i="1" dirty="0"/>
              <a:t>consequent</a:t>
            </a:r>
            <a:r>
              <a:rPr lang="en-US" dirty="0"/>
              <a:t> item (the "THEN" item).</a:t>
            </a:r>
          </a:p>
        </p:txBody>
      </p:sp>
    </p:spTree>
    <p:extLst>
      <p:ext uri="{BB962C8B-B14F-4D97-AF65-F5344CB8AC3E}">
        <p14:creationId xmlns:p14="http://schemas.microsoft.com/office/powerpoint/2010/main" val="41256739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F4A7AC8-961C-8207-BDA5-B85F064BCD36}"/>
              </a:ext>
            </a:extLst>
          </p:cNvPr>
          <p:cNvSpPr>
            <a:spLocks noGrp="1"/>
          </p:cNvSpPr>
          <p:nvPr>
            <p:ph type="title"/>
          </p:nvPr>
        </p:nvSpPr>
        <p:spPr>
          <a:xfrm>
            <a:off x="195533" y="130630"/>
            <a:ext cx="11868400" cy="609175"/>
          </a:xfrm>
        </p:spPr>
        <p:txBody>
          <a:bodyPr>
            <a:normAutofit fontScale="90000"/>
          </a:bodyPr>
          <a:lstStyle/>
          <a:p>
            <a:r>
              <a:rPr lang="en-IE" sz="3600" b="1" dirty="0">
                <a:latin typeface="Bookman Old Style" panose="02050604050505020204" pitchFamily="18" charset="0"/>
              </a:rPr>
              <a:t>Recommendations (discount offers/ combos) </a:t>
            </a:r>
            <a:r>
              <a:rPr lang="en-IE" sz="3600" b="1" dirty="0" err="1">
                <a:latin typeface="Bookman Old Style" panose="02050604050505020204" pitchFamily="18" charset="0"/>
              </a:rPr>
              <a:t>Contd</a:t>
            </a:r>
            <a:r>
              <a:rPr lang="en-IE" sz="3600" b="1" dirty="0">
                <a:latin typeface="Bookman Old Style" panose="02050604050505020204" pitchFamily="18" charset="0"/>
              </a:rPr>
              <a:t>…</a:t>
            </a:r>
            <a:endParaRPr lang="en-US" sz="3600" dirty="0"/>
          </a:p>
        </p:txBody>
      </p:sp>
      <p:graphicFrame>
        <p:nvGraphicFramePr>
          <p:cNvPr id="5" name="Table 4">
            <a:extLst>
              <a:ext uri="{FF2B5EF4-FFF2-40B4-BE49-F238E27FC236}">
                <a16:creationId xmlns:a16="http://schemas.microsoft.com/office/drawing/2014/main" id="{D89F30E2-337C-32F6-4D0F-5FDC474301FF}"/>
              </a:ext>
            </a:extLst>
          </p:cNvPr>
          <p:cNvGraphicFramePr>
            <a:graphicFrameLocks noGrp="1"/>
          </p:cNvGraphicFramePr>
          <p:nvPr>
            <p:extLst>
              <p:ext uri="{D42A27DB-BD31-4B8C-83A1-F6EECF244321}">
                <p14:modId xmlns:p14="http://schemas.microsoft.com/office/powerpoint/2010/main" val="1067565285"/>
              </p:ext>
            </p:extLst>
          </p:nvPr>
        </p:nvGraphicFramePr>
        <p:xfrm>
          <a:off x="195534" y="1898174"/>
          <a:ext cx="11714721" cy="4829197"/>
        </p:xfrm>
        <a:graphic>
          <a:graphicData uri="http://schemas.openxmlformats.org/drawingml/2006/table">
            <a:tbl>
              <a:tblPr/>
              <a:tblGrid>
                <a:gridCol w="3904907">
                  <a:extLst>
                    <a:ext uri="{9D8B030D-6E8A-4147-A177-3AD203B41FA5}">
                      <a16:colId xmlns:a16="http://schemas.microsoft.com/office/drawing/2014/main" val="240036005"/>
                    </a:ext>
                  </a:extLst>
                </a:gridCol>
                <a:gridCol w="3904907">
                  <a:extLst>
                    <a:ext uri="{9D8B030D-6E8A-4147-A177-3AD203B41FA5}">
                      <a16:colId xmlns:a16="http://schemas.microsoft.com/office/drawing/2014/main" val="463496622"/>
                    </a:ext>
                  </a:extLst>
                </a:gridCol>
                <a:gridCol w="3904907">
                  <a:extLst>
                    <a:ext uri="{9D8B030D-6E8A-4147-A177-3AD203B41FA5}">
                      <a16:colId xmlns:a16="http://schemas.microsoft.com/office/drawing/2014/main" val="2792206468"/>
                    </a:ext>
                  </a:extLst>
                </a:gridCol>
              </a:tblGrid>
              <a:tr h="421718">
                <a:tc>
                  <a:txBody>
                    <a:bodyPr/>
                    <a:lstStyle/>
                    <a:p>
                      <a:pPr>
                        <a:buNone/>
                      </a:pPr>
                      <a:r>
                        <a:rPr lang="en-US" sz="2000" b="1">
                          <a:effectLst/>
                          <a:latin typeface="Google Sans Text"/>
                        </a:rPr>
                        <a:t>Combo Strategy</a:t>
                      </a:r>
                      <a:endParaRPr lang="en-US" sz="2000">
                        <a:effectLst/>
                        <a:latin typeface="Google Sans Text"/>
                      </a:endParaRP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a:effectLst/>
                          <a:latin typeface="Google Sans Text"/>
                        </a:rPr>
                        <a:t>Products Involved</a:t>
                      </a:r>
                      <a:endParaRPr lang="en-US" sz="2000">
                        <a:effectLst/>
                        <a:latin typeface="Google Sans Text"/>
                      </a:endParaRP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a:effectLst/>
                          <a:latin typeface="Google Sans Text"/>
                        </a:rPr>
                        <a:t>Target Goal</a:t>
                      </a:r>
                      <a:endParaRPr lang="en-US" sz="2000">
                        <a:effectLst/>
                        <a:latin typeface="Google Sans Text"/>
                      </a:endParaRP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742166939"/>
                  </a:ext>
                </a:extLst>
              </a:tr>
              <a:tr h="1370582">
                <a:tc>
                  <a:txBody>
                    <a:bodyPr/>
                    <a:lstStyle/>
                    <a:p>
                      <a:pPr>
                        <a:buNone/>
                      </a:pPr>
                      <a:r>
                        <a:rPr lang="en-US" sz="2000" b="1">
                          <a:effectLst/>
                          <a:latin typeface="Google Sans Text"/>
                        </a:rPr>
                        <a:t>The "Movie Night" Bundle</a:t>
                      </a:r>
                      <a:endParaRPr lang="en-US" sz="2000">
                        <a:effectLst/>
                        <a:latin typeface="Google Sans Text"/>
                      </a:endParaRP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a:effectLst/>
                          <a:latin typeface="Google Sans Text"/>
                        </a:rPr>
                        <a:t>Soda</a:t>
                      </a:r>
                      <a:r>
                        <a:rPr lang="en-US" sz="2000">
                          <a:effectLst/>
                          <a:latin typeface="Google Sans Text"/>
                        </a:rPr>
                        <a:t> (High Demand, Rank 2) + </a:t>
                      </a:r>
                      <a:r>
                        <a:rPr lang="en-US" sz="2000" b="1">
                          <a:effectLst/>
                          <a:latin typeface="Google Sans Text"/>
                        </a:rPr>
                        <a:t>Ice Cream</a:t>
                      </a:r>
                      <a:r>
                        <a:rPr lang="en-US" sz="2000">
                          <a:effectLst/>
                          <a:latin typeface="Google Sans Text"/>
                        </a:rPr>
                        <a:t> (High Demand) + </a:t>
                      </a:r>
                      <a:r>
                        <a:rPr lang="en-US" sz="2000" b="1">
                          <a:effectLst/>
                          <a:latin typeface="Google Sans Text"/>
                        </a:rPr>
                        <a:t>Waffles</a:t>
                      </a:r>
                      <a:r>
                        <a:rPr lang="en-US" sz="2000">
                          <a:effectLst/>
                          <a:latin typeface="Google Sans Text"/>
                        </a:rPr>
                        <a:t> (High Demand)</a:t>
                      </a: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dirty="0">
                          <a:effectLst/>
                          <a:latin typeface="Google Sans Text"/>
                        </a:rPr>
                        <a:t>Create a </a:t>
                      </a:r>
                      <a:r>
                        <a:rPr lang="en-US" sz="2000" b="1" dirty="0">
                          <a:effectLst/>
                          <a:latin typeface="Google Sans Text"/>
                        </a:rPr>
                        <a:t>$X</a:t>
                      </a:r>
                      <a:r>
                        <a:rPr lang="en-US" sz="2000" dirty="0">
                          <a:effectLst/>
                          <a:latin typeface="Google Sans Text"/>
                        </a:rPr>
                        <a:t> "Movie Night" bundle price for the combination. Capitalizes on the pairing of treats, perfect for weekend buying.</a:t>
                      </a: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037273326"/>
                  </a:ext>
                </a:extLst>
              </a:tr>
              <a:tr h="1666315">
                <a:tc>
                  <a:txBody>
                    <a:bodyPr/>
                    <a:lstStyle/>
                    <a:p>
                      <a:pPr>
                        <a:buNone/>
                      </a:pPr>
                      <a:r>
                        <a:rPr lang="en-US" sz="2000" b="1" dirty="0">
                          <a:effectLst/>
                          <a:latin typeface="Google Sans Text"/>
                        </a:rPr>
                        <a:t>The "Dinner Essentials" Deal</a:t>
                      </a:r>
                      <a:endParaRPr lang="en-US" sz="2000" dirty="0">
                        <a:effectLst/>
                        <a:latin typeface="Google Sans Text"/>
                      </a:endParaRP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Poultry</a:t>
                      </a:r>
                      <a:r>
                        <a:rPr lang="en-US" sz="2000" dirty="0">
                          <a:effectLst/>
                          <a:latin typeface="Google Sans Text"/>
                        </a:rPr>
                        <a:t> (Rank 1) + </a:t>
                      </a:r>
                      <a:r>
                        <a:rPr lang="en-US" sz="2000" b="1" dirty="0">
                          <a:effectLst/>
                          <a:latin typeface="Google Sans Text"/>
                        </a:rPr>
                        <a:t>Dishwashing Liquid</a:t>
                      </a:r>
                      <a:r>
                        <a:rPr lang="en-US" sz="2000" dirty="0">
                          <a:effectLst/>
                          <a:latin typeface="Google Sans Text"/>
                        </a:rPr>
                        <a:t> (Rank 3)</a:t>
                      </a: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a:effectLst/>
                          <a:latin typeface="Google Sans Text"/>
                        </a:rPr>
                        <a:t>Offer a </a:t>
                      </a:r>
                      <a:r>
                        <a:rPr lang="en-US" sz="2000" b="1">
                          <a:effectLst/>
                          <a:latin typeface="Google Sans Text"/>
                        </a:rPr>
                        <a:t>$2 discount</a:t>
                      </a:r>
                      <a:r>
                        <a:rPr lang="en-US" sz="2000">
                          <a:effectLst/>
                          <a:latin typeface="Google Sans Text"/>
                        </a:rPr>
                        <a:t> on Dishwashing Liquid when Poultry is purchased. This encourages the sale of a household essential alongside a popular protein.</a:t>
                      </a: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518506131"/>
                  </a:ext>
                </a:extLst>
              </a:tr>
              <a:tr h="1370582">
                <a:tc>
                  <a:txBody>
                    <a:bodyPr/>
                    <a:lstStyle/>
                    <a:p>
                      <a:pPr>
                        <a:buNone/>
                      </a:pPr>
                      <a:r>
                        <a:rPr lang="en-US" sz="2000" b="1">
                          <a:effectLst/>
                          <a:latin typeface="Google Sans Text"/>
                        </a:rPr>
                        <a:t>The "Baking Starter" Offer</a:t>
                      </a:r>
                      <a:endParaRPr lang="en-US" sz="2000">
                        <a:effectLst/>
                        <a:latin typeface="Google Sans Text"/>
                      </a:endParaRP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a:effectLst/>
                          <a:latin typeface="Google Sans Text"/>
                        </a:rPr>
                        <a:t>Flour</a:t>
                      </a:r>
                      <a:r>
                        <a:rPr lang="en-US" sz="2000">
                          <a:effectLst/>
                          <a:latin typeface="Google Sans Text"/>
                        </a:rPr>
                        <a:t> (2018 Rank 3) + </a:t>
                      </a:r>
                      <a:r>
                        <a:rPr lang="en-US" sz="2000" b="1">
                          <a:effectLst/>
                          <a:latin typeface="Google Sans Text"/>
                        </a:rPr>
                        <a:t>Milk</a:t>
                      </a:r>
                      <a:r>
                        <a:rPr lang="en-US" sz="2000">
                          <a:effectLst/>
                          <a:latin typeface="Google Sans Text"/>
                        </a:rPr>
                        <a:t> (2019 Rank 5) + </a:t>
                      </a:r>
                      <a:r>
                        <a:rPr lang="en-US" sz="2000" b="1">
                          <a:effectLst/>
                          <a:latin typeface="Google Sans Text"/>
                        </a:rPr>
                        <a:t>Sugar</a:t>
                      </a:r>
                      <a:r>
                        <a:rPr lang="en-US" sz="2000">
                          <a:effectLst/>
                          <a:latin typeface="Google Sans Text"/>
                        </a:rPr>
                        <a:t> (Lower Demand)</a:t>
                      </a: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dirty="0">
                          <a:effectLst/>
                          <a:latin typeface="Google Sans Text"/>
                        </a:rPr>
                        <a:t>Bundle a common set of baking items, using two popular staples to drive the sale of a potentially slower-moving ingredient (Sugar).</a:t>
                      </a:r>
                    </a:p>
                  </a:txBody>
                  <a:tcPr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900470865"/>
                  </a:ext>
                </a:extLst>
              </a:tr>
            </a:tbl>
          </a:graphicData>
        </a:graphic>
      </p:graphicFrame>
      <p:sp>
        <p:nvSpPr>
          <p:cNvPr id="7" name="TextBox 6">
            <a:extLst>
              <a:ext uri="{FF2B5EF4-FFF2-40B4-BE49-F238E27FC236}">
                <a16:creationId xmlns:a16="http://schemas.microsoft.com/office/drawing/2014/main" id="{03E47501-A7C3-3E58-D8FF-D670B27095C4}"/>
              </a:ext>
            </a:extLst>
          </p:cNvPr>
          <p:cNvSpPr txBox="1"/>
          <p:nvPr/>
        </p:nvSpPr>
        <p:spPr>
          <a:xfrm>
            <a:off x="195533" y="739805"/>
            <a:ext cx="11376622" cy="1015663"/>
          </a:xfrm>
          <a:prstGeom prst="rect">
            <a:avLst/>
          </a:prstGeom>
          <a:noFill/>
        </p:spPr>
        <p:txBody>
          <a:bodyPr wrap="square">
            <a:spAutoFit/>
          </a:bodyPr>
          <a:lstStyle/>
          <a:p>
            <a:pPr>
              <a:buNone/>
            </a:pPr>
            <a:r>
              <a:rPr lang="en-US" sz="2000" b="1" dirty="0"/>
              <a:t>High-Demand Staple &amp; Treat Bundles</a:t>
            </a:r>
          </a:p>
          <a:p>
            <a:pPr>
              <a:buNone/>
            </a:pPr>
            <a:r>
              <a:rPr lang="en-US" sz="2000" dirty="0"/>
              <a:t>Leverage top-selling staples (Poultry, Cereals) by pairing them with complementary or slightly lower-demand items (like Soda and Waffles) to increase volume.</a:t>
            </a:r>
          </a:p>
        </p:txBody>
      </p:sp>
    </p:spTree>
    <p:extLst>
      <p:ext uri="{BB962C8B-B14F-4D97-AF65-F5344CB8AC3E}">
        <p14:creationId xmlns:p14="http://schemas.microsoft.com/office/powerpoint/2010/main" val="1619426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115998A-3263-D455-1473-8FD809DEE93D}"/>
              </a:ext>
            </a:extLst>
          </p:cNvPr>
          <p:cNvSpPr>
            <a:spLocks noGrp="1"/>
          </p:cNvSpPr>
          <p:nvPr>
            <p:ph type="title"/>
          </p:nvPr>
        </p:nvSpPr>
        <p:spPr>
          <a:xfrm>
            <a:off x="195533" y="130630"/>
            <a:ext cx="11868400" cy="609175"/>
          </a:xfrm>
        </p:spPr>
        <p:txBody>
          <a:bodyPr>
            <a:normAutofit fontScale="90000"/>
          </a:bodyPr>
          <a:lstStyle/>
          <a:p>
            <a:r>
              <a:rPr lang="en-IE" sz="3600" b="1" dirty="0">
                <a:latin typeface="Bookman Old Style" panose="02050604050505020204" pitchFamily="18" charset="0"/>
              </a:rPr>
              <a:t>Recommendations (discount offers/ combos) </a:t>
            </a:r>
            <a:r>
              <a:rPr lang="en-IE" sz="3600" b="1" dirty="0" err="1">
                <a:latin typeface="Bookman Old Style" panose="02050604050505020204" pitchFamily="18" charset="0"/>
              </a:rPr>
              <a:t>Contd</a:t>
            </a:r>
            <a:r>
              <a:rPr lang="en-IE" sz="3600" b="1" dirty="0">
                <a:latin typeface="Bookman Old Style" panose="02050604050505020204" pitchFamily="18" charset="0"/>
              </a:rPr>
              <a:t>…</a:t>
            </a:r>
            <a:endParaRPr lang="en-US" sz="3600" dirty="0"/>
          </a:p>
        </p:txBody>
      </p:sp>
      <p:sp>
        <p:nvSpPr>
          <p:cNvPr id="5" name="TextBox 4">
            <a:extLst>
              <a:ext uri="{FF2B5EF4-FFF2-40B4-BE49-F238E27FC236}">
                <a16:creationId xmlns:a16="http://schemas.microsoft.com/office/drawing/2014/main" id="{A5DA1FD2-AF00-13A9-036A-D9AB305F10E8}"/>
              </a:ext>
            </a:extLst>
          </p:cNvPr>
          <p:cNvSpPr txBox="1"/>
          <p:nvPr/>
        </p:nvSpPr>
        <p:spPr>
          <a:xfrm>
            <a:off x="195533" y="739805"/>
            <a:ext cx="11376622" cy="1015663"/>
          </a:xfrm>
          <a:prstGeom prst="rect">
            <a:avLst/>
          </a:prstGeom>
          <a:noFill/>
        </p:spPr>
        <p:txBody>
          <a:bodyPr wrap="square">
            <a:spAutoFit/>
          </a:bodyPr>
          <a:lstStyle/>
          <a:p>
            <a:r>
              <a:rPr lang="en-US" sz="2000" b="1" dirty="0"/>
              <a:t>Operational and Temporal Strategies</a:t>
            </a:r>
          </a:p>
          <a:p>
            <a:r>
              <a:rPr lang="en-US" sz="2000" dirty="0"/>
              <a:t>Utilize the store layout and weekly trend data to support promotional efforts without relying solely on price cuts.</a:t>
            </a:r>
          </a:p>
        </p:txBody>
      </p:sp>
      <p:graphicFrame>
        <p:nvGraphicFramePr>
          <p:cNvPr id="6" name="Table 5">
            <a:extLst>
              <a:ext uri="{FF2B5EF4-FFF2-40B4-BE49-F238E27FC236}">
                <a16:creationId xmlns:a16="http://schemas.microsoft.com/office/drawing/2014/main" id="{24B671F2-EC34-ABD1-2499-CA060DB9BEAF}"/>
              </a:ext>
            </a:extLst>
          </p:cNvPr>
          <p:cNvGraphicFramePr>
            <a:graphicFrameLocks noGrp="1"/>
          </p:cNvGraphicFramePr>
          <p:nvPr>
            <p:extLst>
              <p:ext uri="{D42A27DB-BD31-4B8C-83A1-F6EECF244321}">
                <p14:modId xmlns:p14="http://schemas.microsoft.com/office/powerpoint/2010/main" val="357060060"/>
              </p:ext>
            </p:extLst>
          </p:nvPr>
        </p:nvGraphicFramePr>
        <p:xfrm>
          <a:off x="302238" y="1755469"/>
          <a:ext cx="11587524" cy="4503184"/>
        </p:xfrm>
        <a:graphic>
          <a:graphicData uri="http://schemas.openxmlformats.org/drawingml/2006/table">
            <a:tbl>
              <a:tblPr/>
              <a:tblGrid>
                <a:gridCol w="2074690">
                  <a:extLst>
                    <a:ext uri="{9D8B030D-6E8A-4147-A177-3AD203B41FA5}">
                      <a16:colId xmlns:a16="http://schemas.microsoft.com/office/drawing/2014/main" val="3137176240"/>
                    </a:ext>
                  </a:extLst>
                </a:gridCol>
                <a:gridCol w="2220686">
                  <a:extLst>
                    <a:ext uri="{9D8B030D-6E8A-4147-A177-3AD203B41FA5}">
                      <a16:colId xmlns:a16="http://schemas.microsoft.com/office/drawing/2014/main" val="2931968476"/>
                    </a:ext>
                  </a:extLst>
                </a:gridCol>
                <a:gridCol w="7292148">
                  <a:extLst>
                    <a:ext uri="{9D8B030D-6E8A-4147-A177-3AD203B41FA5}">
                      <a16:colId xmlns:a16="http://schemas.microsoft.com/office/drawing/2014/main" val="2176881572"/>
                    </a:ext>
                  </a:extLst>
                </a:gridCol>
              </a:tblGrid>
              <a:tr h="403241">
                <a:tc>
                  <a:txBody>
                    <a:bodyPr/>
                    <a:lstStyle/>
                    <a:p>
                      <a:pPr>
                        <a:buNone/>
                      </a:pPr>
                      <a:r>
                        <a:rPr lang="en-US" sz="2000" b="1" dirty="0">
                          <a:effectLst/>
                          <a:latin typeface="Google Sans Text"/>
                        </a:rPr>
                        <a:t>Strategy Focus</a:t>
                      </a:r>
                      <a:endParaRPr lang="en-US" sz="2000" dirty="0">
                        <a:effectLst/>
                        <a:latin typeface="Google Sans Text"/>
                      </a:endParaRPr>
                    </a:p>
                  </a:txBody>
                  <a:tcPr marL="79115" marR="79115" marT="39558" marB="39558"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a:effectLst/>
                          <a:latin typeface="Google Sans Text"/>
                        </a:rPr>
                        <a:t>Finding</a:t>
                      </a:r>
                      <a:endParaRPr lang="en-US" sz="2000">
                        <a:effectLst/>
                        <a:latin typeface="Google Sans Text"/>
                      </a:endParaRPr>
                    </a:p>
                  </a:txBody>
                  <a:tcPr marL="79115" marR="79115" marT="39558" marB="39558"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Implementation</a:t>
                      </a:r>
                      <a:endParaRPr lang="en-US" sz="2000" dirty="0">
                        <a:effectLst/>
                        <a:latin typeface="Google Sans Text"/>
                      </a:endParaRPr>
                    </a:p>
                  </a:txBody>
                  <a:tcPr marL="79115" marR="79115" marT="39558" marB="39558"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0913387"/>
                  </a:ext>
                </a:extLst>
              </a:tr>
              <a:tr h="1191529">
                <a:tc>
                  <a:txBody>
                    <a:bodyPr/>
                    <a:lstStyle/>
                    <a:p>
                      <a:pPr>
                        <a:buNone/>
                      </a:pPr>
                      <a:r>
                        <a:rPr lang="en-US" sz="2000" b="1">
                          <a:effectLst/>
                          <a:latin typeface="Google Sans Text"/>
                        </a:rPr>
                        <a:t>Product Placement</a:t>
                      </a:r>
                      <a:endParaRPr lang="en-US" sz="2000">
                        <a:effectLst/>
                        <a:latin typeface="Google Sans Text"/>
                      </a:endParaRPr>
                    </a:p>
                  </a:txBody>
                  <a:tcPr marL="79115" marR="79115" marT="39558" marB="39558"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a:effectLst/>
                          <a:latin typeface="Google Sans Text"/>
                        </a:rPr>
                        <a:t>High Lift Rules (e.g., paper towels, aluminum foil)</a:t>
                      </a:r>
                    </a:p>
                  </a:txBody>
                  <a:tcPr marL="79115" marR="79115" marT="39558" marB="39558"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a:effectLst/>
                          <a:latin typeface="Google Sans Text"/>
                        </a:rPr>
                        <a:t>Physically relocate </a:t>
                      </a:r>
                      <a:r>
                        <a:rPr lang="en-US" sz="2000" b="1">
                          <a:effectLst/>
                          <a:latin typeface="Google Sans Text"/>
                        </a:rPr>
                        <a:t>Juice</a:t>
                      </a:r>
                      <a:r>
                        <a:rPr lang="en-US" sz="2000">
                          <a:effectLst/>
                          <a:latin typeface="Google Sans Text"/>
                        </a:rPr>
                        <a:t> to be near the refrigerated dairy/yogurt section. Place </a:t>
                      </a:r>
                      <a:r>
                        <a:rPr lang="en-US" sz="2000" b="1">
                          <a:effectLst/>
                          <a:latin typeface="Google Sans Text"/>
                        </a:rPr>
                        <a:t>Paper Towels</a:t>
                      </a:r>
                      <a:r>
                        <a:rPr lang="en-US" sz="2000">
                          <a:effectLst/>
                          <a:latin typeface="Google Sans Text"/>
                        </a:rPr>
                        <a:t> near the high-spill categories like Ice Cream and Eggs.</a:t>
                      </a:r>
                    </a:p>
                  </a:txBody>
                  <a:tcPr marL="79115" marR="79115" marT="39558" marB="39558"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554653000"/>
                  </a:ext>
                </a:extLst>
              </a:tr>
              <a:tr h="1578853">
                <a:tc>
                  <a:txBody>
                    <a:bodyPr/>
                    <a:lstStyle/>
                    <a:p>
                      <a:pPr>
                        <a:buNone/>
                      </a:pPr>
                      <a:r>
                        <a:rPr lang="en-US" sz="2000" b="1">
                          <a:effectLst/>
                          <a:latin typeface="Google Sans Text"/>
                        </a:rPr>
                        <a:t>Weekend Promotion Push</a:t>
                      </a:r>
                      <a:endParaRPr lang="en-US" sz="2000">
                        <a:effectLst/>
                        <a:latin typeface="Google Sans Text"/>
                      </a:endParaRPr>
                    </a:p>
                  </a:txBody>
                  <a:tcPr marL="79115" marR="79115" marT="39558" marB="39558"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b="1">
                          <a:effectLst/>
                          <a:latin typeface="Google Sans Text"/>
                        </a:rPr>
                        <a:t>Orders peak Friday-Sunday.</a:t>
                      </a:r>
                      <a:endParaRPr lang="en-US" sz="2000">
                        <a:effectLst/>
                        <a:latin typeface="Google Sans Text"/>
                      </a:endParaRPr>
                    </a:p>
                  </a:txBody>
                  <a:tcPr marL="79115" marR="79115" marT="39558" marB="39558"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dirty="0">
                          <a:effectLst/>
                          <a:latin typeface="Google Sans Text"/>
                        </a:rPr>
                        <a:t>Launch </a:t>
                      </a:r>
                      <a:r>
                        <a:rPr lang="en-US" sz="2000" i="1" dirty="0">
                          <a:effectLst/>
                          <a:latin typeface="Google Sans Text"/>
                        </a:rPr>
                        <a:t>all</a:t>
                      </a:r>
                      <a:r>
                        <a:rPr lang="en-US" sz="2000" dirty="0">
                          <a:effectLst/>
                          <a:latin typeface="Google Sans Text"/>
                        </a:rPr>
                        <a:t> combo offers and high-value discounts </a:t>
                      </a:r>
                      <a:r>
                        <a:rPr lang="en-US" sz="2000" b="1" dirty="0">
                          <a:effectLst/>
                          <a:latin typeface="Google Sans Text"/>
                        </a:rPr>
                        <a:t>only from Friday morning to Sunday evening</a:t>
                      </a:r>
                      <a:r>
                        <a:rPr lang="en-US" sz="2000" dirty="0">
                          <a:effectLst/>
                          <a:latin typeface="Google Sans Text"/>
                        </a:rPr>
                        <a:t>. This concentrates effort on the high-activity window and creates a sense of weekend urgency.</a:t>
                      </a:r>
                    </a:p>
                  </a:txBody>
                  <a:tcPr marL="79115" marR="79115" marT="39558" marB="39558"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02954490"/>
                  </a:ext>
                </a:extLst>
              </a:tr>
              <a:tr h="1329561">
                <a:tc>
                  <a:txBody>
                    <a:bodyPr/>
                    <a:lstStyle/>
                    <a:p>
                      <a:pPr>
                        <a:buNone/>
                      </a:pPr>
                      <a:r>
                        <a:rPr lang="en-US" sz="2000" b="1">
                          <a:effectLst/>
                          <a:latin typeface="Google Sans Text"/>
                        </a:rPr>
                        <a:t>Promote Trailing Items</a:t>
                      </a:r>
                      <a:endParaRPr lang="en-US" sz="2000">
                        <a:effectLst/>
                        <a:latin typeface="Google Sans Text"/>
                      </a:endParaRPr>
                    </a:p>
                  </a:txBody>
                  <a:tcPr marL="79115" marR="79115" marT="39558" marB="39558"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a:effectLst/>
                          <a:latin typeface="Google Sans Text"/>
                        </a:rPr>
                        <a:t>Ketchup, Hand Soap, Pork</a:t>
                      </a:r>
                    </a:p>
                  </a:txBody>
                  <a:tcPr marL="79115" marR="79115" marT="39558" marB="39558"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tc>
                  <a:txBody>
                    <a:bodyPr/>
                    <a:lstStyle/>
                    <a:p>
                      <a:pPr>
                        <a:buNone/>
                      </a:pPr>
                      <a:r>
                        <a:rPr lang="en-US" sz="2000" dirty="0">
                          <a:effectLst/>
                          <a:latin typeface="Google Sans Text"/>
                        </a:rPr>
                        <a:t>Use items like </a:t>
                      </a:r>
                      <a:r>
                        <a:rPr lang="en-US" sz="2000" b="1" dirty="0">
                          <a:effectLst/>
                          <a:latin typeface="Google Sans Text"/>
                        </a:rPr>
                        <a:t>Ketchup</a:t>
                      </a:r>
                      <a:r>
                        <a:rPr lang="en-US" sz="2000" dirty="0">
                          <a:effectLst/>
                          <a:latin typeface="Google Sans Text"/>
                        </a:rPr>
                        <a:t> as the consequent item in a rule (e.g., "Buy Beef/Pork, Get Ketchup 50% Off") to clear inventory and re-establish demand.</a:t>
                      </a:r>
                    </a:p>
                  </a:txBody>
                  <a:tcPr marL="79115" marR="79115" marT="39558" marB="39558" anchor="ctr">
                    <a:lnL w="4763" cap="flat" cmpd="sng" algn="ctr">
                      <a:solidFill>
                        <a:schemeClr val="bg1"/>
                      </a:solidFill>
                      <a:prstDash val="solid"/>
                      <a:round/>
                      <a:headEnd type="none" w="med" len="med"/>
                      <a:tailEnd type="none" w="med" len="med"/>
                    </a:lnL>
                    <a:lnR w="4763" cap="flat" cmpd="sng" algn="ctr">
                      <a:solidFill>
                        <a:schemeClr val="bg1"/>
                      </a:solidFill>
                      <a:prstDash val="solid"/>
                      <a:round/>
                      <a:headEnd type="none" w="med" len="med"/>
                      <a:tailEnd type="none" w="med" len="med"/>
                    </a:lnR>
                    <a:lnT w="4763" cap="flat" cmpd="sng" algn="ctr">
                      <a:solidFill>
                        <a:schemeClr val="bg1"/>
                      </a:solidFill>
                      <a:prstDash val="solid"/>
                      <a:round/>
                      <a:headEnd type="none" w="med" len="med"/>
                      <a:tailEnd type="none" w="med" len="med"/>
                    </a:lnT>
                    <a:lnB w="4763"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778915500"/>
                  </a:ext>
                </a:extLst>
              </a:tr>
            </a:tbl>
          </a:graphicData>
        </a:graphic>
      </p:graphicFrame>
    </p:spTree>
    <p:extLst>
      <p:ext uri="{BB962C8B-B14F-4D97-AF65-F5344CB8AC3E}">
        <p14:creationId xmlns:p14="http://schemas.microsoft.com/office/powerpoint/2010/main" val="2977004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BEA8424-3A15-2AF3-5D5C-68F6A91FDF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24200" y="457200"/>
            <a:ext cx="5943600" cy="5943600"/>
          </a:xfrm>
          <a:prstGeom prst="rect">
            <a:avLst/>
          </a:prstGeom>
        </p:spPr>
      </p:pic>
    </p:spTree>
    <p:extLst>
      <p:ext uri="{BB962C8B-B14F-4D97-AF65-F5344CB8AC3E}">
        <p14:creationId xmlns:p14="http://schemas.microsoft.com/office/powerpoint/2010/main" val="29246999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1378</TotalTime>
  <Words>2788</Words>
  <Application>Microsoft Office PowerPoint</Application>
  <PresentationFormat>Widescreen</PresentationFormat>
  <Paragraphs>234</Paragraphs>
  <Slides>28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APPLE CHANCERY</vt:lpstr>
      <vt:lpstr>Aptos</vt:lpstr>
      <vt:lpstr>Aptos Display</vt:lpstr>
      <vt:lpstr>Arial</vt:lpstr>
      <vt:lpstr>Bookman Old Style</vt:lpstr>
      <vt:lpstr>Google Sans Text</vt:lpstr>
      <vt:lpstr>Office Theme</vt:lpstr>
      <vt:lpstr>PowerPoint Presentation</vt:lpstr>
      <vt:lpstr>PowerPoint Presentation</vt:lpstr>
      <vt:lpstr>PowerPoint Presentation</vt:lpstr>
      <vt:lpstr>Summary of the data: </vt:lpstr>
      <vt:lpstr>Product Frequency  Inference - The Word clod below reveals the top most occurring products in the dataset. The most common are Poultry, Soda, Cereal and  Ice-cream. Ketchup, hand soap, fruits and pork are among the products that are trailing in demand. These findings highlight the popularity and demand for these specific products. </vt:lpstr>
      <vt:lpstr>Product Frequency Contd……</vt:lpstr>
      <vt:lpstr>Product Frequency Contd……</vt:lpstr>
      <vt:lpstr>Products sold per Year</vt:lpstr>
      <vt:lpstr>Order processed per Year</vt:lpstr>
      <vt:lpstr>Number of Orders and Products Quarterly</vt:lpstr>
      <vt:lpstr>Number of Orders and Products Weekly</vt:lpstr>
      <vt:lpstr>Number of Orders in Days of the Week</vt:lpstr>
      <vt:lpstr>Number of Products in Days of the Week</vt:lpstr>
      <vt:lpstr>Top ordered products- 2018</vt:lpstr>
      <vt:lpstr>Top ordered products- 2019</vt:lpstr>
      <vt:lpstr>Top ordered products- 2020</vt:lpstr>
      <vt:lpstr>Market Basket Analysis</vt:lpstr>
      <vt:lpstr>PowerPoint Presentation</vt:lpstr>
      <vt:lpstr>Threshold values of Support and Confidence</vt:lpstr>
      <vt:lpstr>Threshold values of Support and Confidence Contd..</vt:lpstr>
      <vt:lpstr>Association Representation</vt:lpstr>
      <vt:lpstr>Support, Confidence, and Lift Values: Metrics for Association Analysis</vt:lpstr>
      <vt:lpstr>Support, Confidence, and Lift Values: Metrics for Association Analysis Contd….</vt:lpstr>
      <vt:lpstr>Summary </vt:lpstr>
      <vt:lpstr>Recommendations (discount offers/ combos)</vt:lpstr>
      <vt:lpstr>Recommendations (discount offers/ combos) Contd…</vt:lpstr>
      <vt:lpstr>Recommendations (discount offers/ combos) Contd…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Kagwe</dc:creator>
  <cp:lastModifiedBy>James Kagwe</cp:lastModifiedBy>
  <cp:revision>2</cp:revision>
  <dcterms:created xsi:type="dcterms:W3CDTF">2025-11-12T13:48:13Z</dcterms:created>
  <dcterms:modified xsi:type="dcterms:W3CDTF">2025-11-13T14:10:59Z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2e49e27-0df9-4ca0-92de-c4dde59f056d_Enabled">
    <vt:lpwstr>true</vt:lpwstr>
  </property>
  <property fmtid="{D5CDD505-2E9C-101B-9397-08002B2CF9AE}" pid="3" name="MSIP_Label_c2e49e27-0df9-4ca0-92de-c4dde59f056d_SetDate">
    <vt:lpwstr>2025-11-12T13:48:21Z</vt:lpwstr>
  </property>
  <property fmtid="{D5CDD505-2E9C-101B-9397-08002B2CF9AE}" pid="4" name="MSIP_Label_c2e49e27-0df9-4ca0-92de-c4dde59f056d_Method">
    <vt:lpwstr>Standard</vt:lpwstr>
  </property>
  <property fmtid="{D5CDD505-2E9C-101B-9397-08002B2CF9AE}" pid="5" name="MSIP_Label_c2e49e27-0df9-4ca0-92de-c4dde59f056d_Name">
    <vt:lpwstr>General</vt:lpwstr>
  </property>
  <property fmtid="{D5CDD505-2E9C-101B-9397-08002B2CF9AE}" pid="6" name="MSIP_Label_c2e49e27-0df9-4ca0-92de-c4dde59f056d_SiteId">
    <vt:lpwstr>c3c0dc15-bc31-47cc-9b44-2c0385b7be2a</vt:lpwstr>
  </property>
  <property fmtid="{D5CDD505-2E9C-101B-9397-08002B2CF9AE}" pid="7" name="MSIP_Label_c2e49e27-0df9-4ca0-92de-c4dde59f056d_ActionId">
    <vt:lpwstr>0131e703-2e83-453b-8a76-53d9c1ed1f74</vt:lpwstr>
  </property>
  <property fmtid="{D5CDD505-2E9C-101B-9397-08002B2CF9AE}" pid="8" name="MSIP_Label_c2e49e27-0df9-4ca0-92de-c4dde59f056d_ContentBits">
    <vt:lpwstr>0</vt:lpwstr>
  </property>
  <property fmtid="{D5CDD505-2E9C-101B-9397-08002B2CF9AE}" pid="9" name="MSIP_Label_c2e49e27-0df9-4ca0-92de-c4dde59f056d_Tag">
    <vt:lpwstr>10, 3, 0, 1</vt:lpwstr>
  </property>
</Properties>
</file>