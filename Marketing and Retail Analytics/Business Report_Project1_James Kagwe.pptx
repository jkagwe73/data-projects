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 id="274" r:id="rId14"/>
    <p:sldId id="259" r:id="rId15"/>
    <p:sldId id="275" r:id="rId16"/>
    <p:sldId id="262" r:id="rId17"/>
    <p:sldId id="261" r:id="rId18"/>
    <p:sldId id="260" r:id="rId19"/>
    <p:sldId id="257" r:id="rId20"/>
    <p:sldId id="276" r:id="rId21"/>
    <p:sldId id="277" r:id="rId22"/>
    <p:sldId id="278" r:id="rId23"/>
    <p:sldId id="25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423662-A26B-45C7-ACDD-0D79C43B97A5}" v="50" dt="2025-11-13T09:32:14.8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98" d="100"/>
          <a:sy n="98" d="100"/>
        </p:scale>
        <p:origin x="13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Kagwe" userId="32aa7944-5975-403f-9cdb-57b36767b7d2" providerId="ADAL" clId="{90DAA996-3F3F-43AA-B146-546ACBCCAE3C}"/>
    <pc:docChg chg="undo custSel addSld modSld">
      <pc:chgData name="James Kagwe" userId="32aa7944-5975-403f-9cdb-57b36767b7d2" providerId="ADAL" clId="{90DAA996-3F3F-43AA-B146-546ACBCCAE3C}" dt="2025-11-13T09:32:39.977" v="1735" actId="26606"/>
      <pc:docMkLst>
        <pc:docMk/>
      </pc:docMkLst>
      <pc:sldChg chg="addSp delSp modSp mod setBg">
        <pc:chgData name="James Kagwe" userId="32aa7944-5975-403f-9cdb-57b36767b7d2" providerId="ADAL" clId="{90DAA996-3F3F-43AA-B146-546ACBCCAE3C}" dt="2025-11-13T06:00:57.860" v="286" actId="14100"/>
        <pc:sldMkLst>
          <pc:docMk/>
          <pc:sldMk cId="1993114442" sldId="256"/>
        </pc:sldMkLst>
        <pc:spChg chg="del">
          <ac:chgData name="James Kagwe" userId="32aa7944-5975-403f-9cdb-57b36767b7d2" providerId="ADAL" clId="{90DAA996-3F3F-43AA-B146-546ACBCCAE3C}" dt="2025-11-12T13:49:08.423" v="0" actId="478"/>
          <ac:spMkLst>
            <pc:docMk/>
            <pc:sldMk cId="1993114442" sldId="256"/>
            <ac:spMk id="2" creationId="{279386A1-3FCD-B74B-984B-232DCD6FCC98}"/>
          </ac:spMkLst>
        </pc:spChg>
        <pc:spChg chg="del">
          <ac:chgData name="James Kagwe" userId="32aa7944-5975-403f-9cdb-57b36767b7d2" providerId="ADAL" clId="{90DAA996-3F3F-43AA-B146-546ACBCCAE3C}" dt="2025-11-12T13:49:11.831" v="1" actId="478"/>
          <ac:spMkLst>
            <pc:docMk/>
            <pc:sldMk cId="1993114442" sldId="256"/>
            <ac:spMk id="3" creationId="{AEDC5531-976D-8BBE-D6BC-EA7055E49C18}"/>
          </ac:spMkLst>
        </pc:spChg>
        <pc:spChg chg="add mod">
          <ac:chgData name="James Kagwe" userId="32aa7944-5975-403f-9cdb-57b36767b7d2" providerId="ADAL" clId="{90DAA996-3F3F-43AA-B146-546ACBCCAE3C}" dt="2025-11-13T06:00:12.551" v="281" actId="14100"/>
          <ac:spMkLst>
            <pc:docMk/>
            <pc:sldMk cId="1993114442" sldId="256"/>
            <ac:spMk id="6" creationId="{4C5EC64A-E268-AA81-6334-CD7AE4EC911A}"/>
          </ac:spMkLst>
        </pc:spChg>
        <pc:picChg chg="add mod">
          <ac:chgData name="James Kagwe" userId="32aa7944-5975-403f-9cdb-57b36767b7d2" providerId="ADAL" clId="{90DAA996-3F3F-43AA-B146-546ACBCCAE3C}" dt="2025-11-13T06:00:57.860" v="286" actId="14100"/>
          <ac:picMkLst>
            <pc:docMk/>
            <pc:sldMk cId="1993114442" sldId="256"/>
            <ac:picMk id="5" creationId="{ECE5D0DB-2C9C-0ABE-A594-39AB85C06606}"/>
          </ac:picMkLst>
        </pc:picChg>
      </pc:sldChg>
      <pc:sldChg chg="addSp delSp modSp new mod">
        <pc:chgData name="James Kagwe" userId="32aa7944-5975-403f-9cdb-57b36767b7d2" providerId="ADAL" clId="{90DAA996-3F3F-43AA-B146-546ACBCCAE3C}" dt="2025-11-12T13:51:07.580" v="82" actId="1076"/>
        <pc:sldMkLst>
          <pc:docMk/>
          <pc:sldMk cId="3945404962" sldId="257"/>
        </pc:sldMkLst>
        <pc:spChg chg="add del mod">
          <ac:chgData name="James Kagwe" userId="32aa7944-5975-403f-9cdb-57b36767b7d2" providerId="ADAL" clId="{90DAA996-3F3F-43AA-B146-546ACBCCAE3C}" dt="2025-11-12T13:51:07.580" v="82" actId="1076"/>
          <ac:spMkLst>
            <pc:docMk/>
            <pc:sldMk cId="3945404962" sldId="257"/>
            <ac:spMk id="2" creationId="{A95EDDA6-51AB-8A45-4AB0-47809FF502BD}"/>
          </ac:spMkLst>
        </pc:spChg>
        <pc:spChg chg="del">
          <ac:chgData name="James Kagwe" userId="32aa7944-5975-403f-9cdb-57b36767b7d2" providerId="ADAL" clId="{90DAA996-3F3F-43AA-B146-546ACBCCAE3C}" dt="2025-11-12T13:49:30.695" v="8" actId="478"/>
          <ac:spMkLst>
            <pc:docMk/>
            <pc:sldMk cId="3945404962" sldId="257"/>
            <ac:spMk id="3" creationId="{C4F04823-E326-518A-E47E-C392C6B3ED7F}"/>
          </ac:spMkLst>
        </pc:spChg>
        <pc:picChg chg="add mod">
          <ac:chgData name="James Kagwe" userId="32aa7944-5975-403f-9cdb-57b36767b7d2" providerId="ADAL" clId="{90DAA996-3F3F-43AA-B146-546ACBCCAE3C}" dt="2025-11-12T13:49:43.129" v="13" actId="14100"/>
          <ac:picMkLst>
            <pc:docMk/>
            <pc:sldMk cId="3945404962" sldId="257"/>
            <ac:picMk id="5" creationId="{D7DF4083-55AC-DB40-6416-8A7295EB7EAF}"/>
          </ac:picMkLst>
        </pc:picChg>
      </pc:sldChg>
      <pc:sldChg chg="addSp delSp modSp new mod setBg">
        <pc:chgData name="James Kagwe" userId="32aa7944-5975-403f-9cdb-57b36767b7d2" providerId="ADAL" clId="{90DAA996-3F3F-43AA-B146-546ACBCCAE3C}" dt="2025-11-13T09:32:39.977" v="1735" actId="26606"/>
        <pc:sldMkLst>
          <pc:docMk/>
          <pc:sldMk cId="159890142" sldId="258"/>
        </pc:sldMkLst>
        <pc:spChg chg="del">
          <ac:chgData name="James Kagwe" userId="32aa7944-5975-403f-9cdb-57b36767b7d2" providerId="ADAL" clId="{90DAA996-3F3F-43AA-B146-546ACBCCAE3C}" dt="2025-11-13T09:11:59.469" v="1727" actId="478"/>
          <ac:spMkLst>
            <pc:docMk/>
            <pc:sldMk cId="159890142" sldId="258"/>
            <ac:spMk id="2" creationId="{75557C15-EB50-F224-73AA-2B2D70F8EBA7}"/>
          </ac:spMkLst>
        </pc:spChg>
        <pc:spChg chg="del">
          <ac:chgData name="James Kagwe" userId="32aa7944-5975-403f-9cdb-57b36767b7d2" providerId="ADAL" clId="{90DAA996-3F3F-43AA-B146-546ACBCCAE3C}" dt="2025-11-12T13:51:52.513" v="84" actId="478"/>
          <ac:spMkLst>
            <pc:docMk/>
            <pc:sldMk cId="159890142" sldId="258"/>
            <ac:spMk id="3" creationId="{8399C738-3181-049A-F1AE-6CDB4ED7938C}"/>
          </ac:spMkLst>
        </pc:spChg>
        <pc:spChg chg="add del">
          <ac:chgData name="James Kagwe" userId="32aa7944-5975-403f-9cdb-57b36767b7d2" providerId="ADAL" clId="{90DAA996-3F3F-43AA-B146-546ACBCCAE3C}" dt="2025-11-13T09:32:39.977" v="1735" actId="26606"/>
          <ac:spMkLst>
            <pc:docMk/>
            <pc:sldMk cId="159890142" sldId="258"/>
            <ac:spMk id="9" creationId="{42A4FC2C-047E-45A5-965D-8E1E3BF09BC6}"/>
          </ac:spMkLst>
        </pc:spChg>
        <pc:grpChg chg="add">
          <ac:chgData name="James Kagwe" userId="32aa7944-5975-403f-9cdb-57b36767b7d2" providerId="ADAL" clId="{90DAA996-3F3F-43AA-B146-546ACBCCAE3C}" dt="2025-11-13T09:32:39.977" v="1735" actId="26606"/>
          <ac:grpSpMkLst>
            <pc:docMk/>
            <pc:sldMk cId="159890142" sldId="258"/>
            <ac:grpSpMk id="14" creationId="{63737881-458F-40AD-B72B-B57D267DC423}"/>
          </ac:grpSpMkLst>
        </pc:grpChg>
        <pc:picChg chg="add mod">
          <ac:chgData name="James Kagwe" userId="32aa7944-5975-403f-9cdb-57b36767b7d2" providerId="ADAL" clId="{90DAA996-3F3F-43AA-B146-546ACBCCAE3C}" dt="2025-11-13T09:32:39.977" v="1735" actId="26606"/>
          <ac:picMkLst>
            <pc:docMk/>
            <pc:sldMk cId="159890142" sldId="258"/>
            <ac:picMk id="4" creationId="{EB57D7DD-3CF8-4B24-78D8-4C22226D2B83}"/>
          </ac:picMkLst>
        </pc:picChg>
        <pc:picChg chg="add del mod">
          <ac:chgData name="James Kagwe" userId="32aa7944-5975-403f-9cdb-57b36767b7d2" providerId="ADAL" clId="{90DAA996-3F3F-43AA-B146-546ACBCCAE3C}" dt="2025-11-13T09:11:54.035" v="1726" actId="478"/>
          <ac:picMkLst>
            <pc:docMk/>
            <pc:sldMk cId="159890142" sldId="258"/>
            <ac:picMk id="5" creationId="{2F6B2F9A-4658-64D2-0825-CAFC6F80DCD1}"/>
          </ac:picMkLst>
        </pc:picChg>
      </pc:sldChg>
      <pc:sldChg chg="addSp delSp modSp new mod">
        <pc:chgData name="James Kagwe" userId="32aa7944-5975-403f-9cdb-57b36767b7d2" providerId="ADAL" clId="{90DAA996-3F3F-43AA-B146-546ACBCCAE3C}" dt="2025-11-13T08:40:51.925" v="1520" actId="20577"/>
        <pc:sldMkLst>
          <pc:docMk/>
          <pc:sldMk cId="1446089423" sldId="259"/>
        </pc:sldMkLst>
        <pc:spChg chg="mod">
          <ac:chgData name="James Kagwe" userId="32aa7944-5975-403f-9cdb-57b36767b7d2" providerId="ADAL" clId="{90DAA996-3F3F-43AA-B146-546ACBCCAE3C}" dt="2025-11-13T08:40:51.925" v="1520" actId="20577"/>
          <ac:spMkLst>
            <pc:docMk/>
            <pc:sldMk cId="1446089423" sldId="259"/>
            <ac:spMk id="2" creationId="{E82BF10B-F5E6-A026-6226-B5E936F8F988}"/>
          </ac:spMkLst>
        </pc:spChg>
        <pc:spChg chg="del">
          <ac:chgData name="James Kagwe" userId="32aa7944-5975-403f-9cdb-57b36767b7d2" providerId="ADAL" clId="{90DAA996-3F3F-43AA-B146-546ACBCCAE3C}" dt="2025-11-12T13:54:53.021" v="91" actId="478"/>
          <ac:spMkLst>
            <pc:docMk/>
            <pc:sldMk cId="1446089423" sldId="259"/>
            <ac:spMk id="3" creationId="{961BFA7C-885C-0CE1-9916-28A19C3072C8}"/>
          </ac:spMkLst>
        </pc:spChg>
        <pc:picChg chg="add del mod">
          <ac:chgData name="James Kagwe" userId="32aa7944-5975-403f-9cdb-57b36767b7d2" providerId="ADAL" clId="{90DAA996-3F3F-43AA-B146-546ACBCCAE3C}" dt="2025-11-12T13:57:16.454" v="101" actId="478"/>
          <ac:picMkLst>
            <pc:docMk/>
            <pc:sldMk cId="1446089423" sldId="259"/>
            <ac:picMk id="5" creationId="{85F95D58-6D47-5C6A-66BD-FD400F0E3607}"/>
          </ac:picMkLst>
        </pc:picChg>
        <pc:picChg chg="add mod">
          <ac:chgData name="James Kagwe" userId="32aa7944-5975-403f-9cdb-57b36767b7d2" providerId="ADAL" clId="{90DAA996-3F3F-43AA-B146-546ACBCCAE3C}" dt="2025-11-12T13:57:30.190" v="106" actId="14100"/>
          <ac:picMkLst>
            <pc:docMk/>
            <pc:sldMk cId="1446089423" sldId="259"/>
            <ac:picMk id="7" creationId="{C015E5B2-CFDE-0EBA-DEE9-790C38E31E92}"/>
          </ac:picMkLst>
        </pc:picChg>
      </pc:sldChg>
      <pc:sldChg chg="addSp delSp modSp new mod">
        <pc:chgData name="James Kagwe" userId="32aa7944-5975-403f-9cdb-57b36767b7d2" providerId="ADAL" clId="{90DAA996-3F3F-43AA-B146-546ACBCCAE3C}" dt="2025-11-13T05:40:11.987" v="148" actId="20577"/>
        <pc:sldMkLst>
          <pc:docMk/>
          <pc:sldMk cId="1996848942" sldId="260"/>
        </pc:sldMkLst>
        <pc:spChg chg="mod">
          <ac:chgData name="James Kagwe" userId="32aa7944-5975-403f-9cdb-57b36767b7d2" providerId="ADAL" clId="{90DAA996-3F3F-43AA-B146-546ACBCCAE3C}" dt="2025-11-13T05:40:11.987" v="148" actId="20577"/>
          <ac:spMkLst>
            <pc:docMk/>
            <pc:sldMk cId="1996848942" sldId="260"/>
            <ac:spMk id="2" creationId="{222EDDB8-D2AF-DF8D-82EF-71C180C63DF8}"/>
          </ac:spMkLst>
        </pc:spChg>
        <pc:spChg chg="del">
          <ac:chgData name="James Kagwe" userId="32aa7944-5975-403f-9cdb-57b36767b7d2" providerId="ADAL" clId="{90DAA996-3F3F-43AA-B146-546ACBCCAE3C}" dt="2025-11-13T05:37:46.519" v="124" actId="478"/>
          <ac:spMkLst>
            <pc:docMk/>
            <pc:sldMk cId="1996848942" sldId="260"/>
            <ac:spMk id="3" creationId="{486D9409-AC9E-A615-A912-B53AEB1FB22B}"/>
          </ac:spMkLst>
        </pc:spChg>
        <pc:picChg chg="add mod">
          <ac:chgData name="James Kagwe" userId="32aa7944-5975-403f-9cdb-57b36767b7d2" providerId="ADAL" clId="{90DAA996-3F3F-43AA-B146-546ACBCCAE3C}" dt="2025-11-13T05:39:33.310" v="130" actId="14100"/>
          <ac:picMkLst>
            <pc:docMk/>
            <pc:sldMk cId="1996848942" sldId="260"/>
            <ac:picMk id="5" creationId="{2FA481E0-8102-7683-1E2C-F5A99B054F92}"/>
          </ac:picMkLst>
        </pc:picChg>
      </pc:sldChg>
      <pc:sldChg chg="addSp delSp modSp new mod">
        <pc:chgData name="James Kagwe" userId="32aa7944-5975-403f-9cdb-57b36767b7d2" providerId="ADAL" clId="{90DAA996-3F3F-43AA-B146-546ACBCCAE3C}" dt="2025-11-13T05:43:33.811" v="178" actId="20577"/>
        <pc:sldMkLst>
          <pc:docMk/>
          <pc:sldMk cId="2753479607" sldId="261"/>
        </pc:sldMkLst>
        <pc:spChg chg="mod">
          <ac:chgData name="James Kagwe" userId="32aa7944-5975-403f-9cdb-57b36767b7d2" providerId="ADAL" clId="{90DAA996-3F3F-43AA-B146-546ACBCCAE3C}" dt="2025-11-13T05:43:33.811" v="178" actId="20577"/>
          <ac:spMkLst>
            <pc:docMk/>
            <pc:sldMk cId="2753479607" sldId="261"/>
            <ac:spMk id="2" creationId="{0FAB2BD4-9EBF-971A-1B57-45A80A764896}"/>
          </ac:spMkLst>
        </pc:spChg>
        <pc:spChg chg="del">
          <ac:chgData name="James Kagwe" userId="32aa7944-5975-403f-9cdb-57b36767b7d2" providerId="ADAL" clId="{90DAA996-3F3F-43AA-B146-546ACBCCAE3C}" dt="2025-11-13T05:43:03.845" v="150" actId="478"/>
          <ac:spMkLst>
            <pc:docMk/>
            <pc:sldMk cId="2753479607" sldId="261"/>
            <ac:spMk id="3" creationId="{9A8224CE-0E4C-D867-F69C-488BE02A23B2}"/>
          </ac:spMkLst>
        </pc:spChg>
        <pc:picChg chg="add mod">
          <ac:chgData name="James Kagwe" userId="32aa7944-5975-403f-9cdb-57b36767b7d2" providerId="ADAL" clId="{90DAA996-3F3F-43AA-B146-546ACBCCAE3C}" dt="2025-11-13T05:43:23.757" v="157" actId="14100"/>
          <ac:picMkLst>
            <pc:docMk/>
            <pc:sldMk cId="2753479607" sldId="261"/>
            <ac:picMk id="5" creationId="{2B1CC18F-11C5-F909-0CA2-D509FDB305C3}"/>
          </ac:picMkLst>
        </pc:picChg>
      </pc:sldChg>
      <pc:sldChg chg="addSp delSp modSp new mod">
        <pc:chgData name="James Kagwe" userId="32aa7944-5975-403f-9cdb-57b36767b7d2" providerId="ADAL" clId="{90DAA996-3F3F-43AA-B146-546ACBCCAE3C}" dt="2025-11-13T05:48:05.381" v="223" actId="1076"/>
        <pc:sldMkLst>
          <pc:docMk/>
          <pc:sldMk cId="435929151" sldId="262"/>
        </pc:sldMkLst>
        <pc:spChg chg="mod">
          <ac:chgData name="James Kagwe" userId="32aa7944-5975-403f-9cdb-57b36767b7d2" providerId="ADAL" clId="{90DAA996-3F3F-43AA-B146-546ACBCCAE3C}" dt="2025-11-13T05:47:42.695" v="213" actId="14100"/>
          <ac:spMkLst>
            <pc:docMk/>
            <pc:sldMk cId="435929151" sldId="262"/>
            <ac:spMk id="2" creationId="{E6AE1930-71D5-2988-772A-F78010C52CA0}"/>
          </ac:spMkLst>
        </pc:spChg>
        <pc:spChg chg="del">
          <ac:chgData name="James Kagwe" userId="32aa7944-5975-403f-9cdb-57b36767b7d2" providerId="ADAL" clId="{90DAA996-3F3F-43AA-B146-546ACBCCAE3C}" dt="2025-11-13T05:47:44.892" v="214" actId="478"/>
          <ac:spMkLst>
            <pc:docMk/>
            <pc:sldMk cId="435929151" sldId="262"/>
            <ac:spMk id="3" creationId="{E8C6E9F1-8CC3-10B8-632E-66359E42469C}"/>
          </ac:spMkLst>
        </pc:spChg>
        <pc:picChg chg="add mod">
          <ac:chgData name="James Kagwe" userId="32aa7944-5975-403f-9cdb-57b36767b7d2" providerId="ADAL" clId="{90DAA996-3F3F-43AA-B146-546ACBCCAE3C}" dt="2025-11-13T05:48:05.381" v="223" actId="1076"/>
          <ac:picMkLst>
            <pc:docMk/>
            <pc:sldMk cId="435929151" sldId="262"/>
            <ac:picMk id="5" creationId="{EDE1CA42-8F19-50BC-A351-4E325CD47809}"/>
          </ac:picMkLst>
        </pc:picChg>
      </pc:sldChg>
      <pc:sldChg chg="modSp new mod">
        <pc:chgData name="James Kagwe" userId="32aa7944-5975-403f-9cdb-57b36767b7d2" providerId="ADAL" clId="{90DAA996-3F3F-43AA-B146-546ACBCCAE3C}" dt="2025-11-13T06:03:32.345" v="311"/>
        <pc:sldMkLst>
          <pc:docMk/>
          <pc:sldMk cId="4246129641" sldId="263"/>
        </pc:sldMkLst>
        <pc:spChg chg="mod">
          <ac:chgData name="James Kagwe" userId="32aa7944-5975-403f-9cdb-57b36767b7d2" providerId="ADAL" clId="{90DAA996-3F3F-43AA-B146-546ACBCCAE3C}" dt="2025-11-13T06:03:05.185" v="309" actId="20577"/>
          <ac:spMkLst>
            <pc:docMk/>
            <pc:sldMk cId="4246129641" sldId="263"/>
            <ac:spMk id="2" creationId="{67FDDD9B-0B82-2192-53C1-07CBCEB2D503}"/>
          </ac:spMkLst>
        </pc:spChg>
        <pc:spChg chg="mod">
          <ac:chgData name="James Kagwe" userId="32aa7944-5975-403f-9cdb-57b36767b7d2" providerId="ADAL" clId="{90DAA996-3F3F-43AA-B146-546ACBCCAE3C}" dt="2025-11-13T06:03:32.345" v="311"/>
          <ac:spMkLst>
            <pc:docMk/>
            <pc:sldMk cId="4246129641" sldId="263"/>
            <ac:spMk id="3" creationId="{E3B6F493-73A2-7C1A-99B1-045FA9AD0FA7}"/>
          </ac:spMkLst>
        </pc:spChg>
      </pc:sldChg>
      <pc:sldChg chg="addSp delSp modSp new mod">
        <pc:chgData name="James Kagwe" userId="32aa7944-5975-403f-9cdb-57b36767b7d2" providerId="ADAL" clId="{90DAA996-3F3F-43AA-B146-546ACBCCAE3C}" dt="2025-11-13T06:36:25.603" v="600" actId="113"/>
        <pc:sldMkLst>
          <pc:docMk/>
          <pc:sldMk cId="2020329215" sldId="264"/>
        </pc:sldMkLst>
        <pc:spChg chg="mod">
          <ac:chgData name="James Kagwe" userId="32aa7944-5975-403f-9cdb-57b36767b7d2" providerId="ADAL" clId="{90DAA996-3F3F-43AA-B146-546ACBCCAE3C}" dt="2025-11-13T06:08:39.032" v="321" actId="27636"/>
          <ac:spMkLst>
            <pc:docMk/>
            <pc:sldMk cId="2020329215" sldId="264"/>
            <ac:spMk id="2" creationId="{F3F3CE74-4BCE-705B-2763-E663D809692D}"/>
          </ac:spMkLst>
        </pc:spChg>
        <pc:spChg chg="del">
          <ac:chgData name="James Kagwe" userId="32aa7944-5975-403f-9cdb-57b36767b7d2" providerId="ADAL" clId="{90DAA996-3F3F-43AA-B146-546ACBCCAE3C}" dt="2025-11-13T06:08:11.235" v="313" actId="478"/>
          <ac:spMkLst>
            <pc:docMk/>
            <pc:sldMk cId="2020329215" sldId="264"/>
            <ac:spMk id="3" creationId="{625D66F7-9F33-3D13-90AB-AA5E1D01CE2D}"/>
          </ac:spMkLst>
        </pc:spChg>
        <pc:spChg chg="add mod">
          <ac:chgData name="James Kagwe" userId="32aa7944-5975-403f-9cdb-57b36767b7d2" providerId="ADAL" clId="{90DAA996-3F3F-43AA-B146-546ACBCCAE3C}" dt="2025-11-13T06:36:25.603" v="600" actId="113"/>
          <ac:spMkLst>
            <pc:docMk/>
            <pc:sldMk cId="2020329215" sldId="264"/>
            <ac:spMk id="4" creationId="{AEF51B56-400B-97C7-7190-45C5C8733D4E}"/>
          </ac:spMkLst>
        </pc:spChg>
      </pc:sldChg>
      <pc:sldChg chg="addSp delSp modSp new mod">
        <pc:chgData name="James Kagwe" userId="32aa7944-5975-403f-9cdb-57b36767b7d2" providerId="ADAL" clId="{90DAA996-3F3F-43AA-B146-546ACBCCAE3C}" dt="2025-11-13T06:39:41.498" v="625" actId="20577"/>
        <pc:sldMkLst>
          <pc:docMk/>
          <pc:sldMk cId="3380245801" sldId="265"/>
        </pc:sldMkLst>
        <pc:spChg chg="del">
          <ac:chgData name="James Kagwe" userId="32aa7944-5975-403f-9cdb-57b36767b7d2" providerId="ADAL" clId="{90DAA996-3F3F-43AA-B146-546ACBCCAE3C}" dt="2025-11-13T06:38:56.432" v="607" actId="478"/>
          <ac:spMkLst>
            <pc:docMk/>
            <pc:sldMk cId="3380245801" sldId="265"/>
            <ac:spMk id="2" creationId="{7A02A7C4-CACE-E45E-7C79-32F80ACA331F}"/>
          </ac:spMkLst>
        </pc:spChg>
        <pc:spChg chg="del">
          <ac:chgData name="James Kagwe" userId="32aa7944-5975-403f-9cdb-57b36767b7d2" providerId="ADAL" clId="{90DAA996-3F3F-43AA-B146-546ACBCCAE3C}" dt="2025-11-13T06:38:41.007" v="602"/>
          <ac:spMkLst>
            <pc:docMk/>
            <pc:sldMk cId="3380245801" sldId="265"/>
            <ac:spMk id="3" creationId="{B30F2CC0-7F18-F012-AADE-1888A353A679}"/>
          </ac:spMkLst>
        </pc:spChg>
        <pc:spChg chg="add mod">
          <ac:chgData name="James Kagwe" userId="32aa7944-5975-403f-9cdb-57b36767b7d2" providerId="ADAL" clId="{90DAA996-3F3F-43AA-B146-546ACBCCAE3C}" dt="2025-11-13T06:39:41.498" v="625" actId="20577"/>
          <ac:spMkLst>
            <pc:docMk/>
            <pc:sldMk cId="3380245801" sldId="265"/>
            <ac:spMk id="7" creationId="{35838479-74A6-3987-24BA-486762F8846C}"/>
          </ac:spMkLst>
        </pc:spChg>
        <pc:picChg chg="add mod">
          <ac:chgData name="James Kagwe" userId="32aa7944-5975-403f-9cdb-57b36767b7d2" providerId="ADAL" clId="{90DAA996-3F3F-43AA-B146-546ACBCCAE3C}" dt="2025-11-13T06:39:00.513" v="608" actId="14100"/>
          <ac:picMkLst>
            <pc:docMk/>
            <pc:sldMk cId="3380245801" sldId="265"/>
            <ac:picMk id="5" creationId="{188F4D33-2027-9540-E0BD-DE8E59AFFB87}"/>
          </ac:picMkLst>
        </pc:picChg>
      </pc:sldChg>
      <pc:sldChg chg="addSp delSp modSp new mod">
        <pc:chgData name="James Kagwe" userId="32aa7944-5975-403f-9cdb-57b36767b7d2" providerId="ADAL" clId="{90DAA996-3F3F-43AA-B146-546ACBCCAE3C}" dt="2025-11-13T08:19:43.910" v="1314" actId="313"/>
        <pc:sldMkLst>
          <pc:docMk/>
          <pc:sldMk cId="1916952856" sldId="266"/>
        </pc:sldMkLst>
        <pc:spChg chg="mod">
          <ac:chgData name="James Kagwe" userId="32aa7944-5975-403f-9cdb-57b36767b7d2" providerId="ADAL" clId="{90DAA996-3F3F-43AA-B146-546ACBCCAE3C}" dt="2025-11-13T06:48:53.173" v="662" actId="20577"/>
          <ac:spMkLst>
            <pc:docMk/>
            <pc:sldMk cId="1916952856" sldId="266"/>
            <ac:spMk id="2" creationId="{E7037955-22E1-1EDC-0467-5F29B101EB3E}"/>
          </ac:spMkLst>
        </pc:spChg>
        <pc:spChg chg="del mod">
          <ac:chgData name="James Kagwe" userId="32aa7944-5975-403f-9cdb-57b36767b7d2" providerId="ADAL" clId="{90DAA996-3F3F-43AA-B146-546ACBCCAE3C}" dt="2025-11-13T06:47:45.533" v="630" actId="478"/>
          <ac:spMkLst>
            <pc:docMk/>
            <pc:sldMk cId="1916952856" sldId="266"/>
            <ac:spMk id="3" creationId="{82404373-F9AC-1CDE-BE06-A8CF4434F152}"/>
          </ac:spMkLst>
        </pc:spChg>
        <pc:spChg chg="add mod">
          <ac:chgData name="James Kagwe" userId="32aa7944-5975-403f-9cdb-57b36767b7d2" providerId="ADAL" clId="{90DAA996-3F3F-43AA-B146-546ACBCCAE3C}" dt="2025-11-13T08:19:43.910" v="1314" actId="313"/>
          <ac:spMkLst>
            <pc:docMk/>
            <pc:sldMk cId="1916952856" sldId="266"/>
            <ac:spMk id="6" creationId="{860F89A8-CC48-42D3-4B79-AF38BD352D8D}"/>
          </ac:spMkLst>
        </pc:spChg>
        <pc:picChg chg="add mod">
          <ac:chgData name="James Kagwe" userId="32aa7944-5975-403f-9cdb-57b36767b7d2" providerId="ADAL" clId="{90DAA996-3F3F-43AA-B146-546ACBCCAE3C}" dt="2025-11-13T06:48:28.364" v="637" actId="1076"/>
          <ac:picMkLst>
            <pc:docMk/>
            <pc:sldMk cId="1916952856" sldId="266"/>
            <ac:picMk id="5" creationId="{998BF9F5-264B-8119-26B5-086BDD462F12}"/>
          </ac:picMkLst>
        </pc:picChg>
      </pc:sldChg>
      <pc:sldChg chg="addSp delSp modSp new mod">
        <pc:chgData name="James Kagwe" userId="32aa7944-5975-403f-9cdb-57b36767b7d2" providerId="ADAL" clId="{90DAA996-3F3F-43AA-B146-546ACBCCAE3C}" dt="2025-11-13T07:03:51.186" v="813" actId="20577"/>
        <pc:sldMkLst>
          <pc:docMk/>
          <pc:sldMk cId="2720881580" sldId="267"/>
        </pc:sldMkLst>
        <pc:spChg chg="del">
          <ac:chgData name="James Kagwe" userId="32aa7944-5975-403f-9cdb-57b36767b7d2" providerId="ADAL" clId="{90DAA996-3F3F-43AA-B146-546ACBCCAE3C}" dt="2025-11-13T06:51:45.520" v="748" actId="478"/>
          <ac:spMkLst>
            <pc:docMk/>
            <pc:sldMk cId="2720881580" sldId="267"/>
            <ac:spMk id="2" creationId="{0BFD47CD-EFFF-D8F4-36E2-C6A102774AE7}"/>
          </ac:spMkLst>
        </pc:spChg>
        <pc:spChg chg="del">
          <ac:chgData name="James Kagwe" userId="32aa7944-5975-403f-9cdb-57b36767b7d2" providerId="ADAL" clId="{90DAA996-3F3F-43AA-B146-546ACBCCAE3C}" dt="2025-11-13T06:55:32.650" v="760" actId="478"/>
          <ac:spMkLst>
            <pc:docMk/>
            <pc:sldMk cId="2720881580" sldId="267"/>
            <ac:spMk id="3" creationId="{723522EF-424F-A983-8D6F-FB22D59F5DBC}"/>
          </ac:spMkLst>
        </pc:spChg>
        <pc:spChg chg="add mod">
          <ac:chgData name="James Kagwe" userId="32aa7944-5975-403f-9cdb-57b36767b7d2" providerId="ADAL" clId="{90DAA996-3F3F-43AA-B146-546ACBCCAE3C}" dt="2025-11-13T06:52:02.867" v="759" actId="20577"/>
          <ac:spMkLst>
            <pc:docMk/>
            <pc:sldMk cId="2720881580" sldId="267"/>
            <ac:spMk id="4" creationId="{13F60F09-33E1-A9D6-F56D-628FE8EE9386}"/>
          </ac:spMkLst>
        </pc:spChg>
        <pc:spChg chg="add mod">
          <ac:chgData name="James Kagwe" userId="32aa7944-5975-403f-9cdb-57b36767b7d2" providerId="ADAL" clId="{90DAA996-3F3F-43AA-B146-546ACBCCAE3C}" dt="2025-11-13T07:03:51.186" v="813" actId="20577"/>
          <ac:spMkLst>
            <pc:docMk/>
            <pc:sldMk cId="2720881580" sldId="267"/>
            <ac:spMk id="7" creationId="{6FE0CA2B-583A-32D6-D1C7-35C2F6AF6EDD}"/>
          </ac:spMkLst>
        </pc:spChg>
        <pc:picChg chg="add del mod">
          <ac:chgData name="James Kagwe" userId="32aa7944-5975-403f-9cdb-57b36767b7d2" providerId="ADAL" clId="{90DAA996-3F3F-43AA-B146-546ACBCCAE3C}" dt="2025-11-13T07:02:06.650" v="768" actId="478"/>
          <ac:picMkLst>
            <pc:docMk/>
            <pc:sldMk cId="2720881580" sldId="267"/>
            <ac:picMk id="6" creationId="{005E3258-3BD4-9F3A-A580-86DBE35A604E}"/>
          </ac:picMkLst>
        </pc:picChg>
        <pc:picChg chg="add mod">
          <ac:chgData name="James Kagwe" userId="32aa7944-5975-403f-9cdb-57b36767b7d2" providerId="ADAL" clId="{90DAA996-3F3F-43AA-B146-546ACBCCAE3C}" dt="2025-11-13T07:02:18.562" v="772" actId="14100"/>
          <ac:picMkLst>
            <pc:docMk/>
            <pc:sldMk cId="2720881580" sldId="267"/>
            <ac:picMk id="9" creationId="{43C95C9A-37C1-4115-C914-8494F3FF210D}"/>
          </ac:picMkLst>
        </pc:picChg>
      </pc:sldChg>
      <pc:sldChg chg="addSp delSp modSp new mod">
        <pc:chgData name="James Kagwe" userId="32aa7944-5975-403f-9cdb-57b36767b7d2" providerId="ADAL" clId="{90DAA996-3F3F-43AA-B146-546ACBCCAE3C}" dt="2025-11-13T08:20:51.335" v="1319" actId="1076"/>
        <pc:sldMkLst>
          <pc:docMk/>
          <pc:sldMk cId="619692484" sldId="268"/>
        </pc:sldMkLst>
        <pc:spChg chg="del">
          <ac:chgData name="James Kagwe" userId="32aa7944-5975-403f-9cdb-57b36767b7d2" providerId="ADAL" clId="{90DAA996-3F3F-43AA-B146-546ACBCCAE3C}" dt="2025-11-13T07:05:28.314" v="821" actId="478"/>
          <ac:spMkLst>
            <pc:docMk/>
            <pc:sldMk cId="619692484" sldId="268"/>
            <ac:spMk id="2" creationId="{9D62B6ED-7D70-60EF-00C1-2E02B12D749B}"/>
          </ac:spMkLst>
        </pc:spChg>
        <pc:spChg chg="del">
          <ac:chgData name="James Kagwe" userId="32aa7944-5975-403f-9cdb-57b36767b7d2" providerId="ADAL" clId="{90DAA996-3F3F-43AA-B146-546ACBCCAE3C}" dt="2025-11-13T07:05:06.328" v="815" actId="478"/>
          <ac:spMkLst>
            <pc:docMk/>
            <pc:sldMk cId="619692484" sldId="268"/>
            <ac:spMk id="3" creationId="{F204A8A4-99BA-8D27-9CBA-E7BE71F70469}"/>
          </ac:spMkLst>
        </pc:spChg>
        <pc:spChg chg="add mod">
          <ac:chgData name="James Kagwe" userId="32aa7944-5975-403f-9cdb-57b36767b7d2" providerId="ADAL" clId="{90DAA996-3F3F-43AA-B146-546ACBCCAE3C}" dt="2025-11-13T07:31:18.234" v="965" actId="20577"/>
          <ac:spMkLst>
            <pc:docMk/>
            <pc:sldMk cId="619692484" sldId="268"/>
            <ac:spMk id="6" creationId="{536A43BC-5063-A6B1-2336-232DDCFE8E4C}"/>
          </ac:spMkLst>
        </pc:spChg>
        <pc:spChg chg="add mod">
          <ac:chgData name="James Kagwe" userId="32aa7944-5975-403f-9cdb-57b36767b7d2" providerId="ADAL" clId="{90DAA996-3F3F-43AA-B146-546ACBCCAE3C}" dt="2025-11-13T08:20:51.335" v="1319" actId="1076"/>
          <ac:spMkLst>
            <pc:docMk/>
            <pc:sldMk cId="619692484" sldId="268"/>
            <ac:spMk id="7" creationId="{1908E2E3-6511-EE3A-F9BE-43D27BBBF23B}"/>
          </ac:spMkLst>
        </pc:spChg>
        <pc:graphicFrameChg chg="add mod">
          <ac:chgData name="James Kagwe" userId="32aa7944-5975-403f-9cdb-57b36767b7d2" providerId="ADAL" clId="{90DAA996-3F3F-43AA-B146-546ACBCCAE3C}" dt="2025-11-13T07:28:26.732" v="879"/>
          <ac:graphicFrameMkLst>
            <pc:docMk/>
            <pc:sldMk cId="619692484" sldId="268"/>
            <ac:graphicFrameMk id="8" creationId="{61FC15B8-182D-ADCC-96A2-3EB50F706607}"/>
          </ac:graphicFrameMkLst>
        </pc:graphicFrameChg>
        <pc:picChg chg="add mod">
          <ac:chgData name="James Kagwe" userId="32aa7944-5975-403f-9cdb-57b36767b7d2" providerId="ADAL" clId="{90DAA996-3F3F-43AA-B146-546ACBCCAE3C}" dt="2025-11-13T07:05:34.334" v="823" actId="14100"/>
          <ac:picMkLst>
            <pc:docMk/>
            <pc:sldMk cId="619692484" sldId="268"/>
            <ac:picMk id="5" creationId="{AB2DE7C1-0E2C-B5B0-5F45-063CDC1EBCB2}"/>
          </ac:picMkLst>
        </pc:picChg>
      </pc:sldChg>
      <pc:sldChg chg="addSp delSp modSp new mod">
        <pc:chgData name="James Kagwe" userId="32aa7944-5975-403f-9cdb-57b36767b7d2" providerId="ADAL" clId="{90DAA996-3F3F-43AA-B146-546ACBCCAE3C}" dt="2025-11-13T07:52:31.940" v="1101" actId="20577"/>
        <pc:sldMkLst>
          <pc:docMk/>
          <pc:sldMk cId="891044721" sldId="269"/>
        </pc:sldMkLst>
        <pc:spChg chg="del">
          <ac:chgData name="James Kagwe" userId="32aa7944-5975-403f-9cdb-57b36767b7d2" providerId="ADAL" clId="{90DAA996-3F3F-43AA-B146-546ACBCCAE3C}" dt="2025-11-13T07:49:21.589" v="970" actId="478"/>
          <ac:spMkLst>
            <pc:docMk/>
            <pc:sldMk cId="891044721" sldId="269"/>
            <ac:spMk id="2" creationId="{FD6458D4-C116-5CFD-2916-989B75C6606C}"/>
          </ac:spMkLst>
        </pc:spChg>
        <pc:spChg chg="del">
          <ac:chgData name="James Kagwe" userId="32aa7944-5975-403f-9cdb-57b36767b7d2" providerId="ADAL" clId="{90DAA996-3F3F-43AA-B146-546ACBCCAE3C}" dt="2025-11-13T07:49:09.528" v="967" actId="478"/>
          <ac:spMkLst>
            <pc:docMk/>
            <pc:sldMk cId="891044721" sldId="269"/>
            <ac:spMk id="3" creationId="{5D9A52A9-2A33-3661-511D-F4CA2B5CE999}"/>
          </ac:spMkLst>
        </pc:spChg>
        <pc:spChg chg="add mod">
          <ac:chgData name="James Kagwe" userId="32aa7944-5975-403f-9cdb-57b36767b7d2" providerId="ADAL" clId="{90DAA996-3F3F-43AA-B146-546ACBCCAE3C}" dt="2025-11-13T07:52:31.940" v="1101" actId="20577"/>
          <ac:spMkLst>
            <pc:docMk/>
            <pc:sldMk cId="891044721" sldId="269"/>
            <ac:spMk id="6" creationId="{E14AFC42-3E2C-59C7-7153-7132D018DAF2}"/>
          </ac:spMkLst>
        </pc:spChg>
        <pc:picChg chg="add mod">
          <ac:chgData name="James Kagwe" userId="32aa7944-5975-403f-9cdb-57b36767b7d2" providerId="ADAL" clId="{90DAA996-3F3F-43AA-B146-546ACBCCAE3C}" dt="2025-11-13T07:49:26.406" v="972" actId="14100"/>
          <ac:picMkLst>
            <pc:docMk/>
            <pc:sldMk cId="891044721" sldId="269"/>
            <ac:picMk id="5" creationId="{09907E88-2413-95F9-D2B6-145E9E5A811E}"/>
          </ac:picMkLst>
        </pc:picChg>
      </pc:sldChg>
      <pc:sldChg chg="addSp delSp modSp new mod">
        <pc:chgData name="James Kagwe" userId="32aa7944-5975-403f-9cdb-57b36767b7d2" providerId="ADAL" clId="{90DAA996-3F3F-43AA-B146-546ACBCCAE3C}" dt="2025-11-13T08:22:10.784" v="1320" actId="313"/>
        <pc:sldMkLst>
          <pc:docMk/>
          <pc:sldMk cId="1517671547" sldId="270"/>
        </pc:sldMkLst>
        <pc:spChg chg="del">
          <ac:chgData name="James Kagwe" userId="32aa7944-5975-403f-9cdb-57b36767b7d2" providerId="ADAL" clId="{90DAA996-3F3F-43AA-B146-546ACBCCAE3C}" dt="2025-11-13T07:53:41.919" v="1104" actId="478"/>
          <ac:spMkLst>
            <pc:docMk/>
            <pc:sldMk cId="1517671547" sldId="270"/>
            <ac:spMk id="2" creationId="{FACEC6B8-7F3E-042F-0223-771B345A9D0E}"/>
          </ac:spMkLst>
        </pc:spChg>
        <pc:spChg chg="del">
          <ac:chgData name="James Kagwe" userId="32aa7944-5975-403f-9cdb-57b36767b7d2" providerId="ADAL" clId="{90DAA996-3F3F-43AA-B146-546ACBCCAE3C}" dt="2025-11-13T07:53:38.176" v="1103" actId="478"/>
          <ac:spMkLst>
            <pc:docMk/>
            <pc:sldMk cId="1517671547" sldId="270"/>
            <ac:spMk id="3" creationId="{80FB7696-F304-D3C0-6643-9EB01CFE471A}"/>
          </ac:spMkLst>
        </pc:spChg>
        <pc:spChg chg="add mod">
          <ac:chgData name="James Kagwe" userId="32aa7944-5975-403f-9cdb-57b36767b7d2" providerId="ADAL" clId="{90DAA996-3F3F-43AA-B146-546ACBCCAE3C}" dt="2025-11-13T08:22:10.784" v="1320" actId="313"/>
          <ac:spMkLst>
            <pc:docMk/>
            <pc:sldMk cId="1517671547" sldId="270"/>
            <ac:spMk id="6" creationId="{0EF26BD4-4376-6E8F-A736-8AC3329AB3AB}"/>
          </ac:spMkLst>
        </pc:spChg>
        <pc:picChg chg="add mod">
          <ac:chgData name="James Kagwe" userId="32aa7944-5975-403f-9cdb-57b36767b7d2" providerId="ADAL" clId="{90DAA996-3F3F-43AA-B146-546ACBCCAE3C}" dt="2025-11-13T07:54:17.998" v="1111" actId="1076"/>
          <ac:picMkLst>
            <pc:docMk/>
            <pc:sldMk cId="1517671547" sldId="270"/>
            <ac:picMk id="5" creationId="{F3416839-57D0-8860-321A-E5C1D7728921}"/>
          </ac:picMkLst>
        </pc:picChg>
      </pc:sldChg>
      <pc:sldChg chg="addSp delSp modSp new mod">
        <pc:chgData name="James Kagwe" userId="32aa7944-5975-403f-9cdb-57b36767b7d2" providerId="ADAL" clId="{90DAA996-3F3F-43AA-B146-546ACBCCAE3C}" dt="2025-11-13T08:16:36.596" v="1309" actId="6549"/>
        <pc:sldMkLst>
          <pc:docMk/>
          <pc:sldMk cId="2652736151" sldId="271"/>
        </pc:sldMkLst>
        <pc:spChg chg="del">
          <ac:chgData name="James Kagwe" userId="32aa7944-5975-403f-9cdb-57b36767b7d2" providerId="ADAL" clId="{90DAA996-3F3F-43AA-B146-546ACBCCAE3C}" dt="2025-11-13T08:14:02.288" v="1238" actId="478"/>
          <ac:spMkLst>
            <pc:docMk/>
            <pc:sldMk cId="2652736151" sldId="271"/>
            <ac:spMk id="2" creationId="{49A5E837-18B8-F10F-6BF7-415A0DEED686}"/>
          </ac:spMkLst>
        </pc:spChg>
        <pc:spChg chg="del">
          <ac:chgData name="James Kagwe" userId="32aa7944-5975-403f-9cdb-57b36767b7d2" providerId="ADAL" clId="{90DAA996-3F3F-43AA-B146-546ACBCCAE3C}" dt="2025-11-13T08:03:33.899" v="1222" actId="478"/>
          <ac:spMkLst>
            <pc:docMk/>
            <pc:sldMk cId="2652736151" sldId="271"/>
            <ac:spMk id="3" creationId="{752E8181-3F52-F32D-FEC6-0A6CB60E615E}"/>
          </ac:spMkLst>
        </pc:spChg>
        <pc:spChg chg="add mod">
          <ac:chgData name="James Kagwe" userId="32aa7944-5975-403f-9cdb-57b36767b7d2" providerId="ADAL" clId="{90DAA996-3F3F-43AA-B146-546ACBCCAE3C}" dt="2025-11-13T08:16:36.596" v="1309" actId="6549"/>
          <ac:spMkLst>
            <pc:docMk/>
            <pc:sldMk cId="2652736151" sldId="271"/>
            <ac:spMk id="9" creationId="{59E9BC52-F105-B033-96A3-5F6E51FB5BFF}"/>
          </ac:spMkLst>
        </pc:spChg>
        <pc:spChg chg="add mod">
          <ac:chgData name="James Kagwe" userId="32aa7944-5975-403f-9cdb-57b36767b7d2" providerId="ADAL" clId="{90DAA996-3F3F-43AA-B146-546ACBCCAE3C}" dt="2025-11-13T08:14:24.916" v="1241" actId="1076"/>
          <ac:spMkLst>
            <pc:docMk/>
            <pc:sldMk cId="2652736151" sldId="271"/>
            <ac:spMk id="10" creationId="{F25A78F7-1C4A-E6F5-1432-F6112B9235BD}"/>
          </ac:spMkLst>
        </pc:spChg>
        <pc:picChg chg="add del mod">
          <ac:chgData name="James Kagwe" userId="32aa7944-5975-403f-9cdb-57b36767b7d2" providerId="ADAL" clId="{90DAA996-3F3F-43AA-B146-546ACBCCAE3C}" dt="2025-11-13T08:11:38.119" v="1226" actId="478"/>
          <ac:picMkLst>
            <pc:docMk/>
            <pc:sldMk cId="2652736151" sldId="271"/>
            <ac:picMk id="5" creationId="{4632EC03-B894-3C81-5A1A-3DE6839C1853}"/>
          </ac:picMkLst>
        </pc:picChg>
        <pc:picChg chg="add mod">
          <ac:chgData name="James Kagwe" userId="32aa7944-5975-403f-9cdb-57b36767b7d2" providerId="ADAL" clId="{90DAA996-3F3F-43AA-B146-546ACBCCAE3C}" dt="2025-11-13T08:14:05.901" v="1239" actId="14100"/>
          <ac:picMkLst>
            <pc:docMk/>
            <pc:sldMk cId="2652736151" sldId="271"/>
            <ac:picMk id="7" creationId="{8CB1A310-A073-1517-20A4-62E8EF30F387}"/>
          </ac:picMkLst>
        </pc:picChg>
        <pc:picChg chg="add mod">
          <ac:chgData name="James Kagwe" userId="32aa7944-5975-403f-9cdb-57b36767b7d2" providerId="ADAL" clId="{90DAA996-3F3F-43AA-B146-546ACBCCAE3C}" dt="2025-11-13T08:13:09.069" v="1231"/>
          <ac:picMkLst>
            <pc:docMk/>
            <pc:sldMk cId="2652736151" sldId="271"/>
            <ac:picMk id="8" creationId="{D0DFA11B-B7F7-D18A-0192-0B0A9F0A5E7A}"/>
          </ac:picMkLst>
        </pc:picChg>
      </pc:sldChg>
      <pc:sldChg chg="addSp delSp modSp new mod">
        <pc:chgData name="James Kagwe" userId="32aa7944-5975-403f-9cdb-57b36767b7d2" providerId="ADAL" clId="{90DAA996-3F3F-43AA-B146-546ACBCCAE3C}" dt="2025-11-13T08:29:10.367" v="1365" actId="33524"/>
        <pc:sldMkLst>
          <pc:docMk/>
          <pc:sldMk cId="2758684531" sldId="272"/>
        </pc:sldMkLst>
        <pc:spChg chg="del">
          <ac:chgData name="James Kagwe" userId="32aa7944-5975-403f-9cdb-57b36767b7d2" providerId="ADAL" clId="{90DAA996-3F3F-43AA-B146-546ACBCCAE3C}" dt="2025-11-13T08:17:53.579" v="1311" actId="478"/>
          <ac:spMkLst>
            <pc:docMk/>
            <pc:sldMk cId="2758684531" sldId="272"/>
            <ac:spMk id="2" creationId="{85C8FBF9-07BD-B8CF-93BE-6E7AC49F1223}"/>
          </ac:spMkLst>
        </pc:spChg>
        <pc:spChg chg="del">
          <ac:chgData name="James Kagwe" userId="32aa7944-5975-403f-9cdb-57b36767b7d2" providerId="ADAL" clId="{90DAA996-3F3F-43AA-B146-546ACBCCAE3C}" dt="2025-11-13T08:17:55.348" v="1312" actId="478"/>
          <ac:spMkLst>
            <pc:docMk/>
            <pc:sldMk cId="2758684531" sldId="272"/>
            <ac:spMk id="3" creationId="{DFE561F1-CD2A-4B39-8028-1ED05751D2C2}"/>
          </ac:spMkLst>
        </pc:spChg>
        <pc:spChg chg="add mod">
          <ac:chgData name="James Kagwe" userId="32aa7944-5975-403f-9cdb-57b36767b7d2" providerId="ADAL" clId="{90DAA996-3F3F-43AA-B146-546ACBCCAE3C}" dt="2025-11-13T08:29:10.367" v="1365" actId="33524"/>
          <ac:spMkLst>
            <pc:docMk/>
            <pc:sldMk cId="2758684531" sldId="272"/>
            <ac:spMk id="4" creationId="{391178F7-3855-066C-C702-A367C968AC3F}"/>
          </ac:spMkLst>
        </pc:spChg>
        <pc:spChg chg="add mod">
          <ac:chgData name="James Kagwe" userId="32aa7944-5975-403f-9cdb-57b36767b7d2" providerId="ADAL" clId="{90DAA996-3F3F-43AA-B146-546ACBCCAE3C}" dt="2025-11-13T08:28:41.482" v="1362" actId="113"/>
          <ac:spMkLst>
            <pc:docMk/>
            <pc:sldMk cId="2758684531" sldId="272"/>
            <ac:spMk id="5" creationId="{5A8CCC27-0FB8-6E6E-0462-1E5AAEDD8EE8}"/>
          </ac:spMkLst>
        </pc:spChg>
        <pc:spChg chg="add del mod">
          <ac:chgData name="James Kagwe" userId="32aa7944-5975-403f-9cdb-57b36767b7d2" providerId="ADAL" clId="{90DAA996-3F3F-43AA-B146-546ACBCCAE3C}" dt="2025-11-13T08:26:10.267" v="1329" actId="478"/>
          <ac:spMkLst>
            <pc:docMk/>
            <pc:sldMk cId="2758684531" sldId="272"/>
            <ac:spMk id="6" creationId="{3D122806-108F-7CE9-5D4D-0D077826ACF1}"/>
          </ac:spMkLst>
        </pc:spChg>
      </pc:sldChg>
      <pc:sldChg chg="addSp delSp modSp new mod">
        <pc:chgData name="James Kagwe" userId="32aa7944-5975-403f-9cdb-57b36767b7d2" providerId="ADAL" clId="{90DAA996-3F3F-43AA-B146-546ACBCCAE3C}" dt="2025-11-13T08:28:27.793" v="1360" actId="255"/>
        <pc:sldMkLst>
          <pc:docMk/>
          <pc:sldMk cId="2258241864" sldId="273"/>
        </pc:sldMkLst>
        <pc:spChg chg="del">
          <ac:chgData name="James Kagwe" userId="32aa7944-5975-403f-9cdb-57b36767b7d2" providerId="ADAL" clId="{90DAA996-3F3F-43AA-B146-546ACBCCAE3C}" dt="2025-11-13T08:26:57.185" v="1332" actId="478"/>
          <ac:spMkLst>
            <pc:docMk/>
            <pc:sldMk cId="2258241864" sldId="273"/>
            <ac:spMk id="2" creationId="{D6B17DDE-3D54-A150-43C0-350BA9EA3266}"/>
          </ac:spMkLst>
        </pc:spChg>
        <pc:spChg chg="mod">
          <ac:chgData name="James Kagwe" userId="32aa7944-5975-403f-9cdb-57b36767b7d2" providerId="ADAL" clId="{90DAA996-3F3F-43AA-B146-546ACBCCAE3C}" dt="2025-11-13T08:27:59.120" v="1357" actId="27636"/>
          <ac:spMkLst>
            <pc:docMk/>
            <pc:sldMk cId="2258241864" sldId="273"/>
            <ac:spMk id="3" creationId="{6B252754-05AD-6998-9D73-DC68FE1A6315}"/>
          </ac:spMkLst>
        </pc:spChg>
        <pc:spChg chg="add mod">
          <ac:chgData name="James Kagwe" userId="32aa7944-5975-403f-9cdb-57b36767b7d2" providerId="ADAL" clId="{90DAA996-3F3F-43AA-B146-546ACBCCAE3C}" dt="2025-11-13T08:28:27.793" v="1360" actId="255"/>
          <ac:spMkLst>
            <pc:docMk/>
            <pc:sldMk cId="2258241864" sldId="273"/>
            <ac:spMk id="4" creationId="{D15FDF33-7E05-7E42-BC4C-E9B0F8F1453E}"/>
          </ac:spMkLst>
        </pc:spChg>
      </pc:sldChg>
      <pc:sldChg chg="modSp new mod">
        <pc:chgData name="James Kagwe" userId="32aa7944-5975-403f-9cdb-57b36767b7d2" providerId="ADAL" clId="{90DAA996-3F3F-43AA-B146-546ACBCCAE3C}" dt="2025-11-13T08:40:14.794" v="1506" actId="27636"/>
        <pc:sldMkLst>
          <pc:docMk/>
          <pc:sldMk cId="2733847967" sldId="274"/>
        </pc:sldMkLst>
        <pc:spChg chg="mod">
          <ac:chgData name="James Kagwe" userId="32aa7944-5975-403f-9cdb-57b36767b7d2" providerId="ADAL" clId="{90DAA996-3F3F-43AA-B146-546ACBCCAE3C}" dt="2025-11-13T08:30:21.868" v="1373" actId="14100"/>
          <ac:spMkLst>
            <pc:docMk/>
            <pc:sldMk cId="2733847967" sldId="274"/>
            <ac:spMk id="2" creationId="{27885427-8C9C-451E-9829-845CE2804934}"/>
          </ac:spMkLst>
        </pc:spChg>
        <pc:spChg chg="mod">
          <ac:chgData name="James Kagwe" userId="32aa7944-5975-403f-9cdb-57b36767b7d2" providerId="ADAL" clId="{90DAA996-3F3F-43AA-B146-546ACBCCAE3C}" dt="2025-11-13T08:40:14.794" v="1506" actId="27636"/>
          <ac:spMkLst>
            <pc:docMk/>
            <pc:sldMk cId="2733847967" sldId="274"/>
            <ac:spMk id="3" creationId="{AA6127A8-9177-D178-7B9F-BB84A1C8965A}"/>
          </ac:spMkLst>
        </pc:spChg>
      </pc:sldChg>
      <pc:sldChg chg="addSp delSp modSp new mod">
        <pc:chgData name="James Kagwe" userId="32aa7944-5975-403f-9cdb-57b36767b7d2" providerId="ADAL" clId="{90DAA996-3F3F-43AA-B146-546ACBCCAE3C}" dt="2025-11-13T08:45:17.344" v="1541" actId="14100"/>
        <pc:sldMkLst>
          <pc:docMk/>
          <pc:sldMk cId="749233526" sldId="275"/>
        </pc:sldMkLst>
        <pc:spChg chg="mod">
          <ac:chgData name="James Kagwe" userId="32aa7944-5975-403f-9cdb-57b36767b7d2" providerId="ADAL" clId="{90DAA996-3F3F-43AA-B146-546ACBCCAE3C}" dt="2025-11-13T08:41:39.314" v="1535" actId="1076"/>
          <ac:spMkLst>
            <pc:docMk/>
            <pc:sldMk cId="749233526" sldId="275"/>
            <ac:spMk id="2" creationId="{C1B94CDE-7EFE-0FA9-6A2B-74DA9808AD25}"/>
          </ac:spMkLst>
        </pc:spChg>
        <pc:spChg chg="del">
          <ac:chgData name="James Kagwe" userId="32aa7944-5975-403f-9cdb-57b36767b7d2" providerId="ADAL" clId="{90DAA996-3F3F-43AA-B146-546ACBCCAE3C}" dt="2025-11-13T08:45:02.999" v="1536" actId="478"/>
          <ac:spMkLst>
            <pc:docMk/>
            <pc:sldMk cId="749233526" sldId="275"/>
            <ac:spMk id="3" creationId="{2D44F771-7C9B-876B-95EE-9EBA721FE243}"/>
          </ac:spMkLst>
        </pc:spChg>
        <pc:picChg chg="add mod">
          <ac:chgData name="James Kagwe" userId="32aa7944-5975-403f-9cdb-57b36767b7d2" providerId="ADAL" clId="{90DAA996-3F3F-43AA-B146-546ACBCCAE3C}" dt="2025-11-13T08:45:17.344" v="1541" actId="14100"/>
          <ac:picMkLst>
            <pc:docMk/>
            <pc:sldMk cId="749233526" sldId="275"/>
            <ac:picMk id="5" creationId="{9680FCD1-5353-DFBC-B4AE-C3DB3D63CA22}"/>
          </ac:picMkLst>
        </pc:picChg>
      </pc:sldChg>
      <pc:sldChg chg="modSp new mod">
        <pc:chgData name="James Kagwe" userId="32aa7944-5975-403f-9cdb-57b36767b7d2" providerId="ADAL" clId="{90DAA996-3F3F-43AA-B146-546ACBCCAE3C}" dt="2025-11-13T08:56:22.828" v="1582" actId="113"/>
        <pc:sldMkLst>
          <pc:docMk/>
          <pc:sldMk cId="2551710225" sldId="276"/>
        </pc:sldMkLst>
        <pc:spChg chg="mod">
          <ac:chgData name="James Kagwe" userId="32aa7944-5975-403f-9cdb-57b36767b7d2" providerId="ADAL" clId="{90DAA996-3F3F-43AA-B146-546ACBCCAE3C}" dt="2025-11-13T08:53:44.522" v="1557" actId="113"/>
          <ac:spMkLst>
            <pc:docMk/>
            <pc:sldMk cId="2551710225" sldId="276"/>
            <ac:spMk id="2" creationId="{CFE2FA5D-C0A7-4EA4-DAB1-3117099A0916}"/>
          </ac:spMkLst>
        </pc:spChg>
        <pc:spChg chg="mod">
          <ac:chgData name="James Kagwe" userId="32aa7944-5975-403f-9cdb-57b36767b7d2" providerId="ADAL" clId="{90DAA996-3F3F-43AA-B146-546ACBCCAE3C}" dt="2025-11-13T08:56:22.828" v="1582" actId="113"/>
          <ac:spMkLst>
            <pc:docMk/>
            <pc:sldMk cId="2551710225" sldId="276"/>
            <ac:spMk id="3" creationId="{409CB581-A691-9AA0-3EF5-E8B6DCEE9230}"/>
          </ac:spMkLst>
        </pc:spChg>
      </pc:sldChg>
      <pc:sldChg chg="modSp new mod">
        <pc:chgData name="James Kagwe" userId="32aa7944-5975-403f-9cdb-57b36767b7d2" providerId="ADAL" clId="{90DAA996-3F3F-43AA-B146-546ACBCCAE3C}" dt="2025-11-13T09:05:35.147" v="1716" actId="20577"/>
        <pc:sldMkLst>
          <pc:docMk/>
          <pc:sldMk cId="1727817242" sldId="277"/>
        </pc:sldMkLst>
        <pc:spChg chg="mod">
          <ac:chgData name="James Kagwe" userId="32aa7944-5975-403f-9cdb-57b36767b7d2" providerId="ADAL" clId="{90DAA996-3F3F-43AA-B146-546ACBCCAE3C}" dt="2025-11-13T09:05:02.661" v="1702" actId="1076"/>
          <ac:spMkLst>
            <pc:docMk/>
            <pc:sldMk cId="1727817242" sldId="277"/>
            <ac:spMk id="2" creationId="{D2E70907-0277-5B1D-2C65-37A22D82BDF4}"/>
          </ac:spMkLst>
        </pc:spChg>
        <pc:spChg chg="mod">
          <ac:chgData name="James Kagwe" userId="32aa7944-5975-403f-9cdb-57b36767b7d2" providerId="ADAL" clId="{90DAA996-3F3F-43AA-B146-546ACBCCAE3C}" dt="2025-11-13T09:05:35.147" v="1716" actId="20577"/>
          <ac:spMkLst>
            <pc:docMk/>
            <pc:sldMk cId="1727817242" sldId="277"/>
            <ac:spMk id="3" creationId="{75602DCB-BDBB-BB4B-69A6-F65C1C56075B}"/>
          </ac:spMkLst>
        </pc:spChg>
      </pc:sldChg>
      <pc:sldChg chg="modSp new mod">
        <pc:chgData name="James Kagwe" userId="32aa7944-5975-403f-9cdb-57b36767b7d2" providerId="ADAL" clId="{90DAA996-3F3F-43AA-B146-546ACBCCAE3C}" dt="2025-11-13T09:05:54.376" v="1725" actId="20577"/>
        <pc:sldMkLst>
          <pc:docMk/>
          <pc:sldMk cId="148386751" sldId="278"/>
        </pc:sldMkLst>
        <pc:spChg chg="mod">
          <ac:chgData name="James Kagwe" userId="32aa7944-5975-403f-9cdb-57b36767b7d2" providerId="ADAL" clId="{90DAA996-3F3F-43AA-B146-546ACBCCAE3C}" dt="2025-11-13T09:00:41.239" v="1629" actId="1076"/>
          <ac:spMkLst>
            <pc:docMk/>
            <pc:sldMk cId="148386751" sldId="278"/>
            <ac:spMk id="2" creationId="{645892A5-ED74-6345-9A38-015327EA4329}"/>
          </ac:spMkLst>
        </pc:spChg>
        <pc:spChg chg="mod">
          <ac:chgData name="James Kagwe" userId="32aa7944-5975-403f-9cdb-57b36767b7d2" providerId="ADAL" clId="{90DAA996-3F3F-43AA-B146-546ACBCCAE3C}" dt="2025-11-13T09:05:54.376" v="1725" actId="20577"/>
          <ac:spMkLst>
            <pc:docMk/>
            <pc:sldMk cId="148386751" sldId="278"/>
            <ac:spMk id="3" creationId="{F6045B1A-F9EB-A499-3D1E-66094A01697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610C8-EF60-87B1-73CE-3CF57ACA70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740B07-96DA-4394-EC6E-A04EE4D71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F65B8F-DC2A-AE7D-5B5D-8F7802530B5D}"/>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63ABF195-D75C-1C2A-F14E-E52A2D8FF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390A8-CD0B-0F74-0273-7598EC482077}"/>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1815181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8761E-1C48-9D2F-4E38-4C0EA55EB5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D5460D-97D0-B045-7180-F63F269B6D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2A7015-BEE1-3579-5EE9-FDEA21739365}"/>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37AC71EF-562A-BB1B-8E7B-1925CE79A9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F2E669-2F39-29BC-24AA-11D28BC62CDA}"/>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1270780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58D8-E2F5-188A-58DF-220C217B48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0C8101-46B4-6AE4-DD2B-58BA7F7AEC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0B107A-39FF-64A1-66C9-EF8C21D90CE7}"/>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8EB97046-211C-C113-53AD-F25F40F36F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597B8A-BE1A-5775-68FE-A2883E5A240B}"/>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1446242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F028C-58E3-E66E-A8A7-FABE2E774B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CF719E-8DD3-0B4B-1DA9-0CE11EF010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E3574E-2542-E301-5C16-C5D7E05FB3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F78A66-9383-3E1B-2A6C-DC7818A93E1C}"/>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6" name="Footer Placeholder 5">
            <a:extLst>
              <a:ext uri="{FF2B5EF4-FFF2-40B4-BE49-F238E27FC236}">
                <a16:creationId xmlns:a16="http://schemas.microsoft.com/office/drawing/2014/main" id="{15B5270C-EC52-7EB2-0EC9-58655611B7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58CF58-6942-5275-F950-0E433DFF6EEF}"/>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1746693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07A7-2918-83E6-07AE-173944E553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F1598D-3034-6E01-B713-512B2B182F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194D41-BE2E-A071-9F08-04A9694A91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7F7F60-0787-B163-365B-5F4B52DC30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738937-6E6A-E60F-61C3-8A98112812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E3F6B3-FF48-B814-AAC1-E5C31084C1E9}"/>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8" name="Footer Placeholder 7">
            <a:extLst>
              <a:ext uri="{FF2B5EF4-FFF2-40B4-BE49-F238E27FC236}">
                <a16:creationId xmlns:a16="http://schemas.microsoft.com/office/drawing/2014/main" id="{62321689-8EE4-69D2-6E02-D5C543DC9C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EC44FA-2EA8-AE53-AE57-D1D4FD9848BF}"/>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3480910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EA1E-A4C6-2EE0-9A51-60BFC8A3B1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99E692-6F5A-9885-D48E-1EE0CAE0545A}"/>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4" name="Footer Placeholder 3">
            <a:extLst>
              <a:ext uri="{FF2B5EF4-FFF2-40B4-BE49-F238E27FC236}">
                <a16:creationId xmlns:a16="http://schemas.microsoft.com/office/drawing/2014/main" id="{B4D62CEF-FB82-1106-B9DC-61F5782FA8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7CC53F-0D0E-838B-7838-BA0136022FDF}"/>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2235932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0A5448-1AEA-8B3E-082B-B883B245DD35}"/>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3" name="Footer Placeholder 2">
            <a:extLst>
              <a:ext uri="{FF2B5EF4-FFF2-40B4-BE49-F238E27FC236}">
                <a16:creationId xmlns:a16="http://schemas.microsoft.com/office/drawing/2014/main" id="{49064EB3-7072-A80E-EB6B-28A6A95C9F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E298EB-BDD3-36C5-2F9E-F7C7192A1679}"/>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914523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6752D-F921-F287-8900-42C129EA1C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560978-54A7-F813-BDA9-9495E531FD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F786F2-01FE-D6B5-1BC0-EBEF4E4AAC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1E1539-0C9F-8937-71D9-9632DF3E21CA}"/>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6" name="Footer Placeholder 5">
            <a:extLst>
              <a:ext uri="{FF2B5EF4-FFF2-40B4-BE49-F238E27FC236}">
                <a16:creationId xmlns:a16="http://schemas.microsoft.com/office/drawing/2014/main" id="{4E154129-4275-0CF0-7764-C885C455B2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B4E084-A649-273E-9FB2-0C7906CC71D5}"/>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864356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594C5-A039-8D47-6B12-CF9C510C9D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5A70BB-7A5B-0E1F-2ACF-31B511E769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167C7A-22E1-A588-DC68-8088D2AEB0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F4B0EC-1C28-C2F4-AC25-0E6FDF06BFC0}"/>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6" name="Footer Placeholder 5">
            <a:extLst>
              <a:ext uri="{FF2B5EF4-FFF2-40B4-BE49-F238E27FC236}">
                <a16:creationId xmlns:a16="http://schemas.microsoft.com/office/drawing/2014/main" id="{9C828249-5A41-91FF-9493-0A209CA64D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2177AE-CBDC-D28E-0716-8748F788A9D4}"/>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1335493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6A170-1A8A-783A-8A86-F6EE5FA659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C159DE-6580-B248-DB93-03333193FE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1C0165-83E4-29B2-B99E-C8002D3EB585}"/>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DE661B2B-9B3D-8374-1103-09F24ACFB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847D01-B6F9-BE35-70DB-71B942CD56D8}"/>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3991639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F497AE-C207-6A4E-F133-1E1A860CC90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BB9EFB-2E6D-D488-42C1-CC17722089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F876A-0D58-1A0D-B7B0-B33F825CE79F}"/>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A6BBA6DD-CFE3-0694-705C-3541B1ED35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7D38D0-FE9A-AE71-505E-77D7D88D389E}"/>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8623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0BA4DD-A93A-8BA8-B9C1-4747486834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A43EA7-C477-959F-A9ED-773A2BC8D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ACAEA-E1FD-6045-8E16-3C57DBC313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83AE0313-7B9A-E1FF-A5C7-956DD58032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F7728C-0556-9C16-6956-DD9E85770A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1F4F59-1E46-4A65-87A4-794ECAA618EB}" type="slidenum">
              <a:rPr lang="en-US" smtClean="0"/>
              <a:t>‹#›</a:t>
            </a:fld>
            <a:endParaRPr lang="en-US"/>
          </a:p>
        </p:txBody>
      </p:sp>
    </p:spTree>
    <p:extLst>
      <p:ext uri="{BB962C8B-B14F-4D97-AF65-F5344CB8AC3E}">
        <p14:creationId xmlns:p14="http://schemas.microsoft.com/office/powerpoint/2010/main" val="2040049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E5D0DB-2C9C-0ABE-A594-39AB85C06606}"/>
              </a:ext>
            </a:extLst>
          </p:cNvPr>
          <p:cNvPicPr>
            <a:picLocks noChangeAspect="1"/>
          </p:cNvPicPr>
          <p:nvPr/>
        </p:nvPicPr>
        <p:blipFill>
          <a:blip r:embed="rId2"/>
          <a:stretch>
            <a:fillRect/>
          </a:stretch>
        </p:blipFill>
        <p:spPr>
          <a:xfrm>
            <a:off x="184244" y="1282890"/>
            <a:ext cx="6905767" cy="5220268"/>
          </a:xfrm>
          <a:prstGeom prst="rect">
            <a:avLst/>
          </a:prstGeom>
        </p:spPr>
      </p:pic>
      <p:sp>
        <p:nvSpPr>
          <p:cNvPr id="6" name="TextBox 5">
            <a:extLst>
              <a:ext uri="{FF2B5EF4-FFF2-40B4-BE49-F238E27FC236}">
                <a16:creationId xmlns:a16="http://schemas.microsoft.com/office/drawing/2014/main" id="{4C5EC64A-E268-AA81-6334-CD7AE4EC911A}"/>
              </a:ext>
            </a:extLst>
          </p:cNvPr>
          <p:cNvSpPr txBox="1"/>
          <p:nvPr/>
        </p:nvSpPr>
        <p:spPr>
          <a:xfrm>
            <a:off x="6789760" y="1592149"/>
            <a:ext cx="5402239" cy="4708981"/>
          </a:xfrm>
          <a:prstGeom prst="rect">
            <a:avLst/>
          </a:prstGeom>
          <a:noFill/>
        </p:spPr>
        <p:txBody>
          <a:bodyPr wrap="square" rtlCol="0">
            <a:spAutoFit/>
          </a:bodyPr>
          <a:lstStyle/>
          <a:p>
            <a:r>
              <a:rPr lang="en-US" sz="2800" b="1" dirty="0">
                <a:solidFill>
                  <a:schemeClr val="accent5">
                    <a:lumMod val="50000"/>
                  </a:schemeClr>
                </a:solidFill>
                <a:latin typeface="APPLE CHANCERY" panose="03020702040506060504" pitchFamily="66" charset="-79"/>
                <a:cs typeface="APPLE CHANCERY" panose="03020702040506060504" pitchFamily="66" charset="-79"/>
              </a:rPr>
              <a:t>Marketing and Retail Analysis – Project 1</a:t>
            </a:r>
          </a:p>
          <a:p>
            <a:endParaRPr lang="en-US" sz="2800" b="1" dirty="0">
              <a:solidFill>
                <a:schemeClr val="accent5">
                  <a:lumMod val="50000"/>
                </a:schemeClr>
              </a:solidFill>
              <a:latin typeface="APPLE CHANCERY" panose="03020702040506060504" pitchFamily="66" charset="-79"/>
              <a:cs typeface="APPLE CHANCERY" panose="03020702040506060504" pitchFamily="66" charset="-79"/>
            </a:endParaRPr>
          </a:p>
          <a:p>
            <a:r>
              <a:rPr lang="en-IE" sz="2400" b="1" dirty="0">
                <a:solidFill>
                  <a:schemeClr val="accent5">
                    <a:lumMod val="50000"/>
                  </a:schemeClr>
                </a:solidFill>
                <a:latin typeface="APPLE CHANCERY" panose="03020702040506060504" pitchFamily="66" charset="-79"/>
                <a:cs typeface="APPLE CHANCERY" panose="03020702040506060504" pitchFamily="66" charset="-79"/>
              </a:rPr>
              <a:t>Automobile parts manufacturing company</a:t>
            </a:r>
          </a:p>
          <a:p>
            <a:endParaRPr lang="en-IE" sz="2400" b="1" dirty="0">
              <a:solidFill>
                <a:schemeClr val="accent5">
                  <a:lumMod val="50000"/>
                </a:schemeClr>
              </a:solidFill>
              <a:latin typeface="APPLE CHANCERY" panose="03020702040506060504" pitchFamily="66" charset="-79"/>
              <a:cs typeface="APPLE CHANCERY" panose="03020702040506060504" pitchFamily="66" charset="-79"/>
            </a:endParaRPr>
          </a:p>
          <a:p>
            <a:r>
              <a:rPr lang="en-IE" sz="2400" b="1" dirty="0">
                <a:solidFill>
                  <a:schemeClr val="accent5">
                    <a:lumMod val="50000"/>
                  </a:schemeClr>
                </a:solidFill>
                <a:latin typeface="APPLE CHANCERY" panose="03020702040506060504" pitchFamily="66" charset="-79"/>
                <a:cs typeface="APPLE CHANCERY" panose="03020702040506060504" pitchFamily="66" charset="-79"/>
              </a:rPr>
              <a:t>James Kagwe</a:t>
            </a:r>
          </a:p>
          <a:p>
            <a:r>
              <a:rPr lang="en-IE" sz="2400" b="1" dirty="0">
                <a:solidFill>
                  <a:schemeClr val="accent5">
                    <a:lumMod val="50000"/>
                  </a:schemeClr>
                </a:solidFill>
                <a:latin typeface="APPLE CHANCERY" panose="03020702040506060504" pitchFamily="66" charset="-79"/>
                <a:cs typeface="APPLE CHANCERY" panose="03020702040506060504" pitchFamily="66" charset="-79"/>
              </a:rPr>
              <a:t>Masters Program in Data Science and Business Analytics</a:t>
            </a:r>
          </a:p>
          <a:p>
            <a:endParaRPr lang="en-IE" sz="2400" b="1" dirty="0">
              <a:solidFill>
                <a:schemeClr val="accent5">
                  <a:lumMod val="50000"/>
                </a:schemeClr>
              </a:solidFill>
              <a:latin typeface="APPLE CHANCERY" panose="03020702040506060504" pitchFamily="66" charset="-79"/>
              <a:cs typeface="APPLE CHANCERY" panose="03020702040506060504" pitchFamily="66" charset="-79"/>
            </a:endParaRPr>
          </a:p>
          <a:p>
            <a:endParaRPr lang="en-IE" sz="2400" b="1" dirty="0">
              <a:solidFill>
                <a:schemeClr val="accent5">
                  <a:lumMod val="50000"/>
                </a:schemeClr>
              </a:solidFill>
              <a:latin typeface="APPLE CHANCERY" panose="03020702040506060504" pitchFamily="66" charset="-79"/>
              <a:cs typeface="APPLE CHANCERY" panose="03020702040506060504" pitchFamily="66" charset="-79"/>
            </a:endParaRPr>
          </a:p>
          <a:p>
            <a:r>
              <a:rPr lang="en-US" sz="2400" b="1" dirty="0">
                <a:solidFill>
                  <a:schemeClr val="accent5">
                    <a:lumMod val="50000"/>
                  </a:schemeClr>
                </a:solidFill>
                <a:latin typeface="APPLE CHANCERY" panose="03020702040506060504" pitchFamily="66" charset="-79"/>
                <a:cs typeface="APPLE CHANCERY" panose="03020702040506060504" pitchFamily="66" charset="-79"/>
              </a:rPr>
              <a:t> </a:t>
            </a:r>
          </a:p>
        </p:txBody>
      </p:sp>
    </p:spTree>
    <p:extLst>
      <p:ext uri="{BB962C8B-B14F-4D97-AF65-F5344CB8AC3E}">
        <p14:creationId xmlns:p14="http://schemas.microsoft.com/office/powerpoint/2010/main" val="1993114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DDD9B-0B82-2192-53C1-07CBCEB2D503}"/>
              </a:ext>
            </a:extLst>
          </p:cNvPr>
          <p:cNvSpPr>
            <a:spLocks noGrp="1"/>
          </p:cNvSpPr>
          <p:nvPr>
            <p:ph type="title"/>
          </p:nvPr>
        </p:nvSpPr>
        <p:spPr/>
        <p:txBody>
          <a:bodyPr>
            <a:normAutofit/>
          </a:bodyPr>
          <a:lstStyle/>
          <a:p>
            <a:r>
              <a:rPr lang="en-IE" b="1" dirty="0">
                <a:solidFill>
                  <a:srgbClr val="000000"/>
                </a:solidFill>
                <a:latin typeface="Bookman Old Style" panose="02050604050505020204" pitchFamily="18" charset="0"/>
                <a:cs typeface="BIG CASLON MEDIUM" panose="02000603090000020003" pitchFamily="2" charset="-79"/>
              </a:rPr>
              <a:t>Problem Statement</a:t>
            </a:r>
            <a:br>
              <a:rPr lang="en-IE" b="1" dirty="0">
                <a:solidFill>
                  <a:srgbClr val="000000"/>
                </a:solidFill>
                <a:latin typeface="Bookman Old Style" panose="02050604050505020204" pitchFamily="18" charset="0"/>
                <a:cs typeface="BIG CASLON MEDIUM" panose="02000603090000020003" pitchFamily="2" charset="-79"/>
              </a:rPr>
            </a:br>
            <a:endParaRPr lang="en-US" dirty="0"/>
          </a:p>
        </p:txBody>
      </p:sp>
      <p:sp>
        <p:nvSpPr>
          <p:cNvPr id="3" name="Content Placeholder 2">
            <a:extLst>
              <a:ext uri="{FF2B5EF4-FFF2-40B4-BE49-F238E27FC236}">
                <a16:creationId xmlns:a16="http://schemas.microsoft.com/office/drawing/2014/main" id="{E3B6F493-73A2-7C1A-99B1-045FA9AD0FA7}"/>
              </a:ext>
            </a:extLst>
          </p:cNvPr>
          <p:cNvSpPr>
            <a:spLocks noGrp="1"/>
          </p:cNvSpPr>
          <p:nvPr>
            <p:ph idx="1"/>
          </p:nvPr>
        </p:nvSpPr>
        <p:spPr/>
        <p:txBody>
          <a:bodyPr/>
          <a:lstStyle/>
          <a:p>
            <a:endParaRPr lang="en-IE" b="1" dirty="0">
              <a:solidFill>
                <a:srgbClr val="000000"/>
              </a:solidFill>
              <a:latin typeface="Bookman Old Style" panose="02050604050505020204" pitchFamily="18" charset="0"/>
            </a:endParaRPr>
          </a:p>
          <a:p>
            <a:r>
              <a:rPr lang="en-US" dirty="0">
                <a:effectLst/>
              </a:rPr>
              <a:t>An automobile parts manufacturing company has collected data on transactions for 3 years. They do not have any in-house data science team, thus they have hired you as their consultant. Your job is to use your data science skills to find the underlying buying patterns of the customers, provide the company with suitable insights about their customers, and recommend customized marketing strategies for different segments of customers. </a:t>
            </a:r>
            <a:endParaRPr lang="en-US" dirty="0"/>
          </a:p>
        </p:txBody>
      </p:sp>
    </p:spTree>
    <p:extLst>
      <p:ext uri="{BB962C8B-B14F-4D97-AF65-F5344CB8AC3E}">
        <p14:creationId xmlns:p14="http://schemas.microsoft.com/office/powerpoint/2010/main" val="424612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3CE74-4BCE-705B-2763-E663D809692D}"/>
              </a:ext>
            </a:extLst>
          </p:cNvPr>
          <p:cNvSpPr>
            <a:spLocks noGrp="1"/>
          </p:cNvSpPr>
          <p:nvPr>
            <p:ph type="title"/>
          </p:nvPr>
        </p:nvSpPr>
        <p:spPr>
          <a:xfrm>
            <a:off x="838200" y="365125"/>
            <a:ext cx="10515600" cy="869997"/>
          </a:xfrm>
        </p:spPr>
        <p:txBody>
          <a:bodyPr>
            <a:normAutofit fontScale="90000"/>
          </a:bodyPr>
          <a:lstStyle/>
          <a:p>
            <a:r>
              <a:rPr lang="en-IE" b="1" dirty="0">
                <a:solidFill>
                  <a:srgbClr val="000000"/>
                </a:solidFill>
                <a:latin typeface="Bookman Old Style" panose="02050604050505020204" pitchFamily="18" charset="0"/>
              </a:rPr>
              <a:t>Summary of the </a:t>
            </a:r>
            <a:r>
              <a:rPr lang="en-IE" b="1" u="sng" dirty="0">
                <a:solidFill>
                  <a:srgbClr val="000000"/>
                </a:solidFill>
                <a:latin typeface="Bookman Old Style" panose="02050604050505020204" pitchFamily="18" charset="0"/>
              </a:rPr>
              <a:t>data</a:t>
            </a:r>
            <a:r>
              <a:rPr lang="en-IE" b="1" dirty="0">
                <a:solidFill>
                  <a:srgbClr val="000000"/>
                </a:solidFill>
                <a:latin typeface="Bookman Old Style" panose="02050604050505020204" pitchFamily="18" charset="0"/>
              </a:rPr>
              <a:t>:</a:t>
            </a:r>
            <a:br>
              <a:rPr lang="en-IE" b="1" dirty="0">
                <a:solidFill>
                  <a:srgbClr val="000000"/>
                </a:solidFill>
                <a:latin typeface="Bookman Old Style" panose="02050604050505020204" pitchFamily="18" charset="0"/>
              </a:rPr>
            </a:br>
            <a:endParaRPr lang="en-US" dirty="0"/>
          </a:p>
        </p:txBody>
      </p:sp>
      <p:sp>
        <p:nvSpPr>
          <p:cNvPr id="4" name="TextBox 3">
            <a:extLst>
              <a:ext uri="{FF2B5EF4-FFF2-40B4-BE49-F238E27FC236}">
                <a16:creationId xmlns:a16="http://schemas.microsoft.com/office/drawing/2014/main" id="{AEF51B56-400B-97C7-7190-45C5C8733D4E}"/>
              </a:ext>
            </a:extLst>
          </p:cNvPr>
          <p:cNvSpPr txBox="1"/>
          <p:nvPr/>
        </p:nvSpPr>
        <p:spPr>
          <a:xfrm>
            <a:off x="906438" y="1235122"/>
            <a:ext cx="10379123" cy="5386090"/>
          </a:xfrm>
          <a:prstGeom prst="rect">
            <a:avLst/>
          </a:prstGeom>
          <a:noFill/>
        </p:spPr>
        <p:txBody>
          <a:bodyPr wrap="square" rtlCol="0">
            <a:spAutoFit/>
          </a:bodyPr>
          <a:lstStyle/>
          <a:p>
            <a:pPr algn="just"/>
            <a:r>
              <a:rPr lang="en-IE" sz="1400" b="1" i="0" u="none" strike="noStrike" dirty="0">
                <a:solidFill>
                  <a:srgbClr val="000000"/>
                </a:solidFill>
                <a:effectLst/>
                <a:latin typeface="Bookman Old Style" panose="02050604050505020204" pitchFamily="18" charset="0"/>
              </a:rPr>
              <a:t>Objective: </a:t>
            </a:r>
            <a:r>
              <a:rPr lang="en-IE" sz="1400" i="0" u="none" strike="noStrike" dirty="0">
                <a:solidFill>
                  <a:srgbClr val="000000"/>
                </a:solidFill>
                <a:effectLst/>
                <a:latin typeface="Bookman Old Style" panose="02050604050505020204" pitchFamily="18" charset="0"/>
              </a:rPr>
              <a:t>The objective of this analysis was to identify the underlying buying patterns of customers, provide insightful information about customer behaviour, and recommend customized marketing strategies for different customer segments.</a:t>
            </a:r>
          </a:p>
          <a:p>
            <a:endParaRPr lang="en-IE" sz="2000" b="1" dirty="0">
              <a:solidFill>
                <a:srgbClr val="000000"/>
              </a:solidFill>
              <a:latin typeface="Bookman Old Style" panose="02050604050505020204" pitchFamily="18" charset="0"/>
            </a:endParaRP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The dataset consists of 2,747 transactions.</a:t>
            </a: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The dataset consists of 20 columns, including 2 float, 6 integer, and 12 object. The data types, provides diverse range of information on the characteristic of the transactions and customers.</a:t>
            </a: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The dataset has no duplicate records.</a:t>
            </a: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 There are no null values in the dataset</a:t>
            </a: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Customers on average ordered 35 items per transaction, with a minimum of 6 and a maximum of 97. </a:t>
            </a: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The average number of days since the last order is 1,757.09, with a minimum of 42 days and a maximum of 3,562 days.</a:t>
            </a: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The average Manufacturer's Suggested Retail Price (MSRP) of the products is $100.69, with a standard deviation of $40.11.</a:t>
            </a: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The total sales were 2747 with a maximum of 3562.</a:t>
            </a:r>
          </a:p>
          <a:p>
            <a:endParaRPr lang="en-IE" sz="1400" dirty="0">
              <a:solidFill>
                <a:srgbClr val="000000"/>
              </a:solidFill>
              <a:latin typeface="Bookman Old Style" panose="02050604050505020204" pitchFamily="18" charset="0"/>
            </a:endParaRPr>
          </a:p>
          <a:p>
            <a:r>
              <a:rPr lang="en-US" sz="1400" b="1" dirty="0">
                <a:solidFill>
                  <a:srgbClr val="000000"/>
                </a:solidFill>
                <a:latin typeface="Bookman Old Style" panose="02050604050505020204" pitchFamily="18" charset="0"/>
              </a:rPr>
              <a:t>Recency, Frequency, Monetary (RFM) analysis </a:t>
            </a:r>
            <a:r>
              <a:rPr lang="en-US" sz="1400" dirty="0">
                <a:solidFill>
                  <a:srgbClr val="000000"/>
                </a:solidFill>
                <a:latin typeface="Bookman Old Style" panose="02050604050505020204" pitchFamily="18" charset="0"/>
              </a:rPr>
              <a:t>constitutes a robust quantitative methodology for profiling and segmenting customers based on their historical purchasing patterns. This technique uses three fundamental dimensions derived from transaction data: the elapsed time since the Recency of the last purchase, the transactional Frequency over a specified period, and the aggregated Monetary expenditure. The resulting customer clusters facilitate the development of customized marketing interventions and the optimization of resource allocation for enhanced customer relationship management (CRM) and retention.</a:t>
            </a:r>
            <a:endParaRPr lang="en-IE" sz="1400" dirty="0">
              <a:solidFill>
                <a:srgbClr val="000000"/>
              </a:solidFill>
              <a:latin typeface="Bookman Old Style" panose="02050604050505020204" pitchFamily="18" charset="0"/>
            </a:endParaRPr>
          </a:p>
          <a:p>
            <a:pPr marL="285750" indent="-285750">
              <a:buFont typeface="Arial" panose="020B0604020202020204" pitchFamily="34" charset="0"/>
              <a:buChar char="•"/>
            </a:pPr>
            <a:endParaRPr lang="en-IE" sz="1400" dirty="0">
              <a:solidFill>
                <a:srgbClr val="000000"/>
              </a:solidFill>
              <a:latin typeface="Bookman Old Style" panose="02050604050505020204" pitchFamily="18" charset="0"/>
            </a:endParaRPr>
          </a:p>
          <a:p>
            <a:pPr marL="342900" indent="-342900">
              <a:buFont typeface="Arial" panose="020B0604020202020204" pitchFamily="34" charset="0"/>
              <a:buChar char="•"/>
            </a:pPr>
            <a:endParaRPr lang="en-US" sz="1600" dirty="0">
              <a:latin typeface="Bookman Old Style" panose="02050604050505020204" pitchFamily="18" charset="0"/>
            </a:endParaRPr>
          </a:p>
        </p:txBody>
      </p:sp>
    </p:spTree>
    <p:extLst>
      <p:ext uri="{BB962C8B-B14F-4D97-AF65-F5344CB8AC3E}">
        <p14:creationId xmlns:p14="http://schemas.microsoft.com/office/powerpoint/2010/main" val="2020329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omputer screen shot of a group of people sitting at desks&#10;&#10;AI-generated content may be incorrect.">
            <a:extLst>
              <a:ext uri="{FF2B5EF4-FFF2-40B4-BE49-F238E27FC236}">
                <a16:creationId xmlns:a16="http://schemas.microsoft.com/office/drawing/2014/main" id="{188F4D33-2027-9540-E0BD-DE8E59AFFB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95331" y="341421"/>
            <a:ext cx="5965197" cy="5965197"/>
          </a:xfrm>
        </p:spPr>
      </p:pic>
      <p:sp>
        <p:nvSpPr>
          <p:cNvPr id="7" name="TextBox 6">
            <a:extLst>
              <a:ext uri="{FF2B5EF4-FFF2-40B4-BE49-F238E27FC236}">
                <a16:creationId xmlns:a16="http://schemas.microsoft.com/office/drawing/2014/main" id="{35838479-74A6-3987-24BA-486762F8846C}"/>
              </a:ext>
            </a:extLst>
          </p:cNvPr>
          <p:cNvSpPr txBox="1"/>
          <p:nvPr/>
        </p:nvSpPr>
        <p:spPr>
          <a:xfrm>
            <a:off x="327547" y="429905"/>
            <a:ext cx="4367284" cy="3493264"/>
          </a:xfrm>
          <a:prstGeom prst="rect">
            <a:avLst/>
          </a:prstGeom>
          <a:noFill/>
        </p:spPr>
        <p:txBody>
          <a:bodyPr wrap="square">
            <a:spAutoFit/>
          </a:bodyPr>
          <a:lstStyle/>
          <a:p>
            <a:pPr>
              <a:lnSpc>
                <a:spcPct val="90000"/>
              </a:lnSpc>
              <a:spcBef>
                <a:spcPct val="0"/>
              </a:spcBef>
              <a:spcAft>
                <a:spcPts val="600"/>
              </a:spcAft>
            </a:pPr>
            <a:r>
              <a:rPr lang="en-US" sz="4800" b="1" i="0" u="none" strike="noStrike" dirty="0">
                <a:effectLst/>
                <a:latin typeface="Bookman Old Style" panose="02050604050505020204" pitchFamily="18" charset="0"/>
                <a:ea typeface="+mj-ea"/>
                <a:cs typeface="+mj-cs"/>
              </a:rPr>
              <a:t>Exploratory Data  Analysis </a:t>
            </a:r>
          </a:p>
          <a:p>
            <a:pPr>
              <a:lnSpc>
                <a:spcPct val="90000"/>
              </a:lnSpc>
              <a:spcBef>
                <a:spcPct val="0"/>
              </a:spcBef>
              <a:spcAft>
                <a:spcPts val="600"/>
              </a:spcAft>
            </a:pPr>
            <a:r>
              <a:rPr lang="en-US" sz="4800" b="1" i="0" u="none" strike="noStrike" dirty="0">
                <a:effectLst/>
                <a:latin typeface="Bookman Old Style" panose="02050604050505020204" pitchFamily="18" charset="0"/>
                <a:ea typeface="+mj-ea"/>
                <a:cs typeface="+mj-cs"/>
              </a:rPr>
              <a:t>and Inferences</a:t>
            </a:r>
            <a:endParaRPr lang="en-US" sz="4800" dirty="0">
              <a:latin typeface="Bookman Old Style" panose="02050604050505020204" pitchFamily="18" charset="0"/>
              <a:ea typeface="+mj-ea"/>
              <a:cs typeface="+mj-cs"/>
            </a:endParaRPr>
          </a:p>
        </p:txBody>
      </p:sp>
    </p:spTree>
    <p:extLst>
      <p:ext uri="{BB962C8B-B14F-4D97-AF65-F5344CB8AC3E}">
        <p14:creationId xmlns:p14="http://schemas.microsoft.com/office/powerpoint/2010/main" val="3380245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37955-22E1-1EDC-0467-5F29B101EB3E}"/>
              </a:ext>
            </a:extLst>
          </p:cNvPr>
          <p:cNvSpPr>
            <a:spLocks noGrp="1"/>
          </p:cNvSpPr>
          <p:nvPr>
            <p:ph type="title"/>
          </p:nvPr>
        </p:nvSpPr>
        <p:spPr>
          <a:xfrm>
            <a:off x="838200" y="365125"/>
            <a:ext cx="10515600" cy="651633"/>
          </a:xfrm>
        </p:spPr>
        <p:txBody>
          <a:bodyPr>
            <a:normAutofit fontScale="90000"/>
          </a:bodyPr>
          <a:lstStyle/>
          <a:p>
            <a:r>
              <a:rPr lang="en-US" dirty="0"/>
              <a:t>Product Line Analysis</a:t>
            </a:r>
          </a:p>
        </p:txBody>
      </p:sp>
      <p:pic>
        <p:nvPicPr>
          <p:cNvPr id="5" name="Picture 4">
            <a:extLst>
              <a:ext uri="{FF2B5EF4-FFF2-40B4-BE49-F238E27FC236}">
                <a16:creationId xmlns:a16="http://schemas.microsoft.com/office/drawing/2014/main" id="{998BF9F5-264B-8119-26B5-086BDD462F12}"/>
              </a:ext>
            </a:extLst>
          </p:cNvPr>
          <p:cNvPicPr>
            <a:picLocks noChangeAspect="1"/>
          </p:cNvPicPr>
          <p:nvPr/>
        </p:nvPicPr>
        <p:blipFill>
          <a:blip r:embed="rId2"/>
          <a:stretch>
            <a:fillRect/>
          </a:stretch>
        </p:blipFill>
        <p:spPr>
          <a:xfrm>
            <a:off x="5225955" y="1320835"/>
            <a:ext cx="6127845" cy="4978095"/>
          </a:xfrm>
          <a:prstGeom prst="rect">
            <a:avLst/>
          </a:prstGeom>
        </p:spPr>
      </p:pic>
      <p:sp>
        <p:nvSpPr>
          <p:cNvPr id="6" name="TextBox 5">
            <a:extLst>
              <a:ext uri="{FF2B5EF4-FFF2-40B4-BE49-F238E27FC236}">
                <a16:creationId xmlns:a16="http://schemas.microsoft.com/office/drawing/2014/main" id="{860F89A8-CC48-42D3-4B79-AF38BD352D8D}"/>
              </a:ext>
            </a:extLst>
          </p:cNvPr>
          <p:cNvSpPr txBox="1"/>
          <p:nvPr/>
        </p:nvSpPr>
        <p:spPr>
          <a:xfrm>
            <a:off x="545911" y="1405719"/>
            <a:ext cx="4496937" cy="4551529"/>
          </a:xfrm>
          <a:prstGeom prst="rect">
            <a:avLst/>
          </a:prstGeom>
        </p:spPr>
        <p:txBody>
          <a:bodyPr vert="horz" lIns="91440" tIns="45720" rIns="91440" bIns="45720" rtlCol="0">
            <a:normAutofit/>
          </a:bodyPr>
          <a:lstStyle/>
          <a:p>
            <a:pPr>
              <a:lnSpc>
                <a:spcPct val="90000"/>
              </a:lnSpc>
              <a:spcAft>
                <a:spcPts val="600"/>
              </a:spcAft>
            </a:pPr>
            <a:r>
              <a:rPr lang="en-US" sz="2000" b="1" i="0" u="none" strike="noStrike" dirty="0">
                <a:effectLst/>
                <a:latin typeface="Bookman Old Style" panose="02050604050505020204" pitchFamily="18" charset="0"/>
              </a:rPr>
              <a:t>Inferences :</a:t>
            </a:r>
          </a:p>
          <a:p>
            <a:pPr indent="-228600">
              <a:lnSpc>
                <a:spcPct val="90000"/>
              </a:lnSpc>
              <a:spcAft>
                <a:spcPts val="600"/>
              </a:spcAft>
              <a:buFont typeface="Arial" panose="020B0604020202020204" pitchFamily="34" charset="0"/>
              <a:buChar char="•"/>
            </a:pPr>
            <a:endParaRPr lang="en-US" sz="2000" i="0" u="none" strike="noStrike" dirty="0">
              <a:effectLst/>
              <a:latin typeface="Bookman Old Style" panose="02050604050505020204" pitchFamily="18" charset="0"/>
            </a:endParaRPr>
          </a:p>
          <a:p>
            <a:pPr indent="-228600">
              <a:lnSpc>
                <a:spcPct val="90000"/>
              </a:lnSpc>
              <a:spcAft>
                <a:spcPts val="600"/>
              </a:spcAft>
              <a:buFont typeface="Arial" panose="020B0604020202020204" pitchFamily="34" charset="0"/>
              <a:buChar char="•"/>
            </a:pPr>
            <a:r>
              <a:rPr lang="en-US" sz="2000" i="0" u="none" strike="noStrike" dirty="0">
                <a:effectLst/>
                <a:latin typeface="Bookman Old Style" panose="02050604050505020204" pitchFamily="18" charset="0"/>
              </a:rPr>
              <a:t> Classic cars and vintage cars are the most popular product lines.</a:t>
            </a:r>
          </a:p>
          <a:p>
            <a:pPr indent="-228600">
              <a:lnSpc>
                <a:spcPct val="90000"/>
              </a:lnSpc>
              <a:spcAft>
                <a:spcPts val="600"/>
              </a:spcAft>
              <a:buFont typeface="Arial" panose="020B0604020202020204" pitchFamily="34" charset="0"/>
              <a:buChar char="•"/>
            </a:pPr>
            <a:r>
              <a:rPr lang="en-US" sz="2000" dirty="0">
                <a:latin typeface="Bookman Old Style" panose="02050604050505020204" pitchFamily="18" charset="0"/>
              </a:rPr>
              <a:t>Motorcycles, planes and Trucks and buses follow closely</a:t>
            </a:r>
            <a:endParaRPr lang="en-US" sz="2000" i="0" u="none" strike="noStrike" dirty="0">
              <a:effectLst/>
              <a:latin typeface="Bookman Old Style" panose="02050604050505020204" pitchFamily="18" charset="0"/>
            </a:endParaRPr>
          </a:p>
          <a:p>
            <a:pPr indent="-228600">
              <a:lnSpc>
                <a:spcPct val="90000"/>
              </a:lnSpc>
              <a:spcAft>
                <a:spcPts val="600"/>
              </a:spcAft>
              <a:buFont typeface="Arial" panose="020B0604020202020204" pitchFamily="34" charset="0"/>
              <a:buChar char="•"/>
            </a:pPr>
            <a:endParaRPr lang="en-US" sz="2000" i="0" u="none" strike="noStrike" dirty="0">
              <a:effectLst/>
              <a:latin typeface="Bookman Old Style" panose="02050604050505020204" pitchFamily="18" charset="0"/>
            </a:endParaRPr>
          </a:p>
          <a:p>
            <a:pPr indent="-228600">
              <a:lnSpc>
                <a:spcPct val="90000"/>
              </a:lnSpc>
              <a:spcAft>
                <a:spcPts val="600"/>
              </a:spcAft>
              <a:buFont typeface="Arial" panose="020B0604020202020204" pitchFamily="34" charset="0"/>
              <a:buChar char="•"/>
            </a:pPr>
            <a:r>
              <a:rPr lang="en-US" sz="2000" i="0" u="none" strike="noStrike" dirty="0">
                <a:effectLst/>
                <a:latin typeface="Bookman Old Style" panose="02050604050505020204" pitchFamily="18" charset="0"/>
              </a:rPr>
              <a:t> Trains are trailing</a:t>
            </a:r>
          </a:p>
          <a:p>
            <a:pPr indent="-228600">
              <a:lnSpc>
                <a:spcPct val="90000"/>
              </a:lnSpc>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1916952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3F60F09-33E1-A9D6-F56D-628FE8EE9386}"/>
              </a:ext>
            </a:extLst>
          </p:cNvPr>
          <p:cNvSpPr>
            <a:spLocks noGrp="1"/>
          </p:cNvSpPr>
          <p:nvPr>
            <p:ph type="title"/>
          </p:nvPr>
        </p:nvSpPr>
        <p:spPr>
          <a:xfrm>
            <a:off x="838200" y="365125"/>
            <a:ext cx="10515600" cy="651633"/>
          </a:xfrm>
        </p:spPr>
        <p:txBody>
          <a:bodyPr>
            <a:normAutofit fontScale="90000"/>
          </a:bodyPr>
          <a:lstStyle/>
          <a:p>
            <a:r>
              <a:rPr lang="en-US" dirty="0"/>
              <a:t>Deal Size Analysis</a:t>
            </a:r>
          </a:p>
        </p:txBody>
      </p:sp>
      <p:sp>
        <p:nvSpPr>
          <p:cNvPr id="7" name="TextBox 6">
            <a:extLst>
              <a:ext uri="{FF2B5EF4-FFF2-40B4-BE49-F238E27FC236}">
                <a16:creationId xmlns:a16="http://schemas.microsoft.com/office/drawing/2014/main" id="{6FE0CA2B-583A-32D6-D1C7-35C2F6AF6EDD}"/>
              </a:ext>
            </a:extLst>
          </p:cNvPr>
          <p:cNvSpPr txBox="1"/>
          <p:nvPr/>
        </p:nvSpPr>
        <p:spPr>
          <a:xfrm>
            <a:off x="897769" y="1909192"/>
            <a:ext cx="4586513" cy="3647710"/>
          </a:xfrm>
          <a:prstGeom prst="rect">
            <a:avLst/>
          </a:prstGeom>
        </p:spPr>
        <p:txBody>
          <a:bodyPr vert="horz" lIns="91440" tIns="45720" rIns="91440" bIns="45720" rtlCol="0">
            <a:normAutofit/>
          </a:bodyPr>
          <a:lstStyle/>
          <a:p>
            <a:pPr>
              <a:lnSpc>
                <a:spcPct val="90000"/>
              </a:lnSpc>
              <a:spcAft>
                <a:spcPts val="600"/>
              </a:spcAft>
            </a:pPr>
            <a:r>
              <a:rPr lang="en-US" sz="2000" b="1" i="0" u="none" strike="noStrike" dirty="0">
                <a:effectLst/>
                <a:latin typeface="Bookman Old Style" panose="02050604050505020204" pitchFamily="18" charset="0"/>
              </a:rPr>
              <a:t>Inferences :</a:t>
            </a:r>
            <a:endParaRPr lang="en-US" sz="2000" b="0" i="0" u="none" strike="noStrike" dirty="0">
              <a:effectLst/>
              <a:latin typeface="Bookman Old Style" panose="02050604050505020204" pitchFamily="18" charset="0"/>
            </a:endParaRPr>
          </a:p>
          <a:p>
            <a:pPr indent="-228600">
              <a:lnSpc>
                <a:spcPct val="90000"/>
              </a:lnSpc>
              <a:spcAft>
                <a:spcPts val="600"/>
              </a:spcAft>
              <a:buFont typeface="Arial" panose="020B0604020202020204" pitchFamily="34" charset="0"/>
              <a:buChar char="•"/>
            </a:pPr>
            <a:endParaRPr lang="en-US" sz="2000" b="0" i="0" u="none" strike="noStrike" dirty="0">
              <a:effectLst/>
              <a:latin typeface="Bookman Old Style" panose="02050604050505020204" pitchFamily="18" charset="0"/>
            </a:endParaRPr>
          </a:p>
          <a:p>
            <a:pPr indent="-228600">
              <a:lnSpc>
                <a:spcPct val="90000"/>
              </a:lnSpc>
              <a:spcAft>
                <a:spcPts val="600"/>
              </a:spcAft>
              <a:buFont typeface="Arial" panose="020B0604020202020204" pitchFamily="34" charset="0"/>
              <a:buChar char="•"/>
            </a:pPr>
            <a:r>
              <a:rPr lang="en-IE" sz="2000" dirty="0">
                <a:latin typeface="Bookman Old Style" panose="02050604050505020204" pitchFamily="18" charset="0"/>
              </a:rPr>
              <a:t>The majority of the deals fall into the small and medium categories, with counts of 1,246 (45.4%)and 1,349(49.1%), respectively. This indicates that the company mostly engages in transactions of medium to smaller deal sizes.</a:t>
            </a:r>
          </a:p>
          <a:p>
            <a:pPr>
              <a:lnSpc>
                <a:spcPct val="90000"/>
              </a:lnSpc>
              <a:spcAft>
                <a:spcPts val="600"/>
              </a:spcAft>
            </a:pPr>
            <a:endParaRPr lang="en-US" sz="2000" dirty="0"/>
          </a:p>
        </p:txBody>
      </p:sp>
      <p:pic>
        <p:nvPicPr>
          <p:cNvPr id="9" name="Picture 8">
            <a:extLst>
              <a:ext uri="{FF2B5EF4-FFF2-40B4-BE49-F238E27FC236}">
                <a16:creationId xmlns:a16="http://schemas.microsoft.com/office/drawing/2014/main" id="{43C95C9A-37C1-4115-C914-8494F3FF210D}"/>
              </a:ext>
            </a:extLst>
          </p:cNvPr>
          <p:cNvPicPr>
            <a:picLocks noChangeAspect="1"/>
          </p:cNvPicPr>
          <p:nvPr/>
        </p:nvPicPr>
        <p:blipFill>
          <a:blip r:embed="rId2"/>
          <a:stretch>
            <a:fillRect/>
          </a:stretch>
        </p:blipFill>
        <p:spPr>
          <a:xfrm>
            <a:off x="5545101" y="911333"/>
            <a:ext cx="6056637" cy="4984499"/>
          </a:xfrm>
          <a:prstGeom prst="rect">
            <a:avLst/>
          </a:prstGeom>
        </p:spPr>
      </p:pic>
    </p:spTree>
    <p:extLst>
      <p:ext uri="{BB962C8B-B14F-4D97-AF65-F5344CB8AC3E}">
        <p14:creationId xmlns:p14="http://schemas.microsoft.com/office/powerpoint/2010/main" val="2720881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2DE7C1-0E2C-B5B0-5F45-063CDC1EBCB2}"/>
              </a:ext>
            </a:extLst>
          </p:cNvPr>
          <p:cNvPicPr>
            <a:picLocks noChangeAspect="1"/>
          </p:cNvPicPr>
          <p:nvPr/>
        </p:nvPicPr>
        <p:blipFill>
          <a:blip r:embed="rId2"/>
          <a:stretch>
            <a:fillRect/>
          </a:stretch>
        </p:blipFill>
        <p:spPr>
          <a:xfrm>
            <a:off x="4401403" y="245660"/>
            <a:ext cx="7206017" cy="6353034"/>
          </a:xfrm>
          <a:prstGeom prst="rect">
            <a:avLst/>
          </a:prstGeom>
        </p:spPr>
      </p:pic>
      <p:sp>
        <p:nvSpPr>
          <p:cNvPr id="6" name="TextBox 5">
            <a:extLst>
              <a:ext uri="{FF2B5EF4-FFF2-40B4-BE49-F238E27FC236}">
                <a16:creationId xmlns:a16="http://schemas.microsoft.com/office/drawing/2014/main" id="{536A43BC-5063-A6B1-2336-232DDCFE8E4C}"/>
              </a:ext>
            </a:extLst>
          </p:cNvPr>
          <p:cNvSpPr txBox="1"/>
          <p:nvPr/>
        </p:nvSpPr>
        <p:spPr>
          <a:xfrm>
            <a:off x="149485" y="2101755"/>
            <a:ext cx="4204151" cy="3516562"/>
          </a:xfrm>
          <a:prstGeom prst="rect">
            <a:avLst/>
          </a:prstGeom>
        </p:spPr>
        <p:txBody>
          <a:bodyPr vert="horz" lIns="91440" tIns="45720" rIns="91440" bIns="45720" rtlCol="0">
            <a:normAutofit/>
          </a:bodyPr>
          <a:lstStyle/>
          <a:p>
            <a:pPr>
              <a:lnSpc>
                <a:spcPct val="90000"/>
              </a:lnSpc>
              <a:spcAft>
                <a:spcPts val="600"/>
              </a:spcAft>
            </a:pPr>
            <a:r>
              <a:rPr lang="en-US" sz="2000" b="1" i="0" u="none" strike="noStrike" dirty="0">
                <a:effectLst/>
                <a:latin typeface="Bookman Old Style" panose="02050604050505020204" pitchFamily="18" charset="0"/>
              </a:rPr>
              <a:t>Inferences :</a:t>
            </a:r>
            <a:endParaRPr lang="en-US" sz="2000" b="0" i="0" u="none" strike="noStrike" dirty="0">
              <a:effectLst/>
              <a:latin typeface="Bookman Old Style" panose="02050604050505020204" pitchFamily="18" charset="0"/>
            </a:endParaRPr>
          </a:p>
          <a:p>
            <a:pPr>
              <a:lnSpc>
                <a:spcPct val="90000"/>
              </a:lnSpc>
              <a:spcAft>
                <a:spcPts val="600"/>
              </a:spcAft>
            </a:pPr>
            <a:endParaRPr lang="en-US" sz="2000" b="0" i="0" u="none" strike="noStrike" dirty="0">
              <a:effectLst/>
              <a:latin typeface="Bookman Old Style" panose="02050604050505020204" pitchFamily="18" charset="0"/>
            </a:endParaRPr>
          </a:p>
          <a:p>
            <a:pPr>
              <a:lnSpc>
                <a:spcPct val="90000"/>
              </a:lnSpc>
              <a:spcAft>
                <a:spcPts val="600"/>
              </a:spcAft>
            </a:pPr>
            <a:br>
              <a:rPr lang="en-IE" sz="2000" dirty="0"/>
            </a:br>
            <a:r>
              <a:rPr lang="en-IE" sz="2000" dirty="0">
                <a:latin typeface="Bookman Old Style" panose="02050604050505020204" pitchFamily="18" charset="0"/>
              </a:rPr>
              <a:t>The ability to successfully deliver of 2,541 (92.5%) orders against 2747 placed demonstrates the company's outstanding order fulfilment capabilities and commitment to delivering orders promptly. </a:t>
            </a:r>
            <a:endParaRPr lang="en-US" sz="2000" dirty="0">
              <a:latin typeface="Bookman Old Style" panose="02050604050505020204" pitchFamily="18" charset="0"/>
            </a:endParaRPr>
          </a:p>
        </p:txBody>
      </p:sp>
      <p:sp>
        <p:nvSpPr>
          <p:cNvPr id="7" name="TextBox 6">
            <a:extLst>
              <a:ext uri="{FF2B5EF4-FFF2-40B4-BE49-F238E27FC236}">
                <a16:creationId xmlns:a16="http://schemas.microsoft.com/office/drawing/2014/main" id="{1908E2E3-6511-EE3A-F9BE-43D27BBBF23B}"/>
              </a:ext>
            </a:extLst>
          </p:cNvPr>
          <p:cNvSpPr txBox="1"/>
          <p:nvPr/>
        </p:nvSpPr>
        <p:spPr>
          <a:xfrm>
            <a:off x="95534" y="778018"/>
            <a:ext cx="3753135" cy="461665"/>
          </a:xfrm>
          <a:prstGeom prst="rect">
            <a:avLst/>
          </a:prstGeom>
          <a:noFill/>
        </p:spPr>
        <p:txBody>
          <a:bodyPr wrap="square" rtlCol="0">
            <a:spAutoFit/>
          </a:bodyPr>
          <a:lstStyle/>
          <a:p>
            <a:r>
              <a:rPr lang="en-US" sz="2400" b="1" dirty="0">
                <a:latin typeface="Bookman Old Style" panose="02050604050505020204" pitchFamily="18" charset="0"/>
              </a:rPr>
              <a:t>Order Status Analysis</a:t>
            </a:r>
          </a:p>
        </p:txBody>
      </p:sp>
    </p:spTree>
    <p:extLst>
      <p:ext uri="{BB962C8B-B14F-4D97-AF65-F5344CB8AC3E}">
        <p14:creationId xmlns:p14="http://schemas.microsoft.com/office/powerpoint/2010/main" val="619692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907E88-2413-95F9-D2B6-145E9E5A811E}"/>
              </a:ext>
            </a:extLst>
          </p:cNvPr>
          <p:cNvPicPr>
            <a:picLocks noChangeAspect="1"/>
          </p:cNvPicPr>
          <p:nvPr/>
        </p:nvPicPr>
        <p:blipFill>
          <a:blip r:embed="rId2"/>
          <a:stretch>
            <a:fillRect/>
          </a:stretch>
        </p:blipFill>
        <p:spPr>
          <a:xfrm>
            <a:off x="4046561" y="1050879"/>
            <a:ext cx="7854287" cy="5813644"/>
          </a:xfrm>
          <a:prstGeom prst="rect">
            <a:avLst/>
          </a:prstGeom>
        </p:spPr>
      </p:pic>
      <p:sp>
        <p:nvSpPr>
          <p:cNvPr id="6" name="Title 1">
            <a:extLst>
              <a:ext uri="{FF2B5EF4-FFF2-40B4-BE49-F238E27FC236}">
                <a16:creationId xmlns:a16="http://schemas.microsoft.com/office/drawing/2014/main" id="{E14AFC42-3E2C-59C7-7153-7132D018DAF2}"/>
              </a:ext>
            </a:extLst>
          </p:cNvPr>
          <p:cNvSpPr>
            <a:spLocks noGrp="1"/>
          </p:cNvSpPr>
          <p:nvPr>
            <p:ph type="title"/>
          </p:nvPr>
        </p:nvSpPr>
        <p:spPr>
          <a:xfrm>
            <a:off x="163774" y="1371599"/>
            <a:ext cx="4046561" cy="3516123"/>
          </a:xfrm>
        </p:spPr>
        <p:txBody>
          <a:bodyPr anchor="b">
            <a:normAutofit fontScale="90000"/>
          </a:bodyPr>
          <a:lstStyle/>
          <a:p>
            <a:r>
              <a:rPr lang="en-IE" sz="1800" b="1" i="0" u="none" strike="noStrike" dirty="0">
                <a:solidFill>
                  <a:srgbClr val="374151"/>
                </a:solidFill>
                <a:effectLst/>
                <a:latin typeface="Bookman Old Style" panose="02050604050505020204" pitchFamily="18" charset="0"/>
              </a:rPr>
              <a:t>Trend of orders over the </a:t>
            </a:r>
            <a:r>
              <a:rPr lang="en-IE" sz="1800" b="1" dirty="0">
                <a:solidFill>
                  <a:srgbClr val="374151"/>
                </a:solidFill>
                <a:latin typeface="Bookman Old Style" panose="02050604050505020204" pitchFamily="18" charset="0"/>
              </a:rPr>
              <a:t>Years</a:t>
            </a:r>
            <a:br>
              <a:rPr lang="en-IE" sz="1800" b="1" dirty="0">
                <a:solidFill>
                  <a:srgbClr val="374151"/>
                </a:solidFill>
                <a:latin typeface="Bookman Old Style" panose="02050604050505020204" pitchFamily="18" charset="0"/>
              </a:rPr>
            </a:br>
            <a:br>
              <a:rPr lang="en-IE" sz="1800" b="1" dirty="0">
                <a:solidFill>
                  <a:srgbClr val="374151"/>
                </a:solidFill>
                <a:latin typeface="Bookman Old Style" panose="02050604050505020204" pitchFamily="18" charset="0"/>
              </a:rPr>
            </a:br>
            <a:r>
              <a:rPr lang="en-IE" sz="1800" b="1" i="0" u="none" strike="noStrike" dirty="0">
                <a:solidFill>
                  <a:srgbClr val="374151"/>
                </a:solidFill>
                <a:effectLst/>
                <a:latin typeface="Bookman Old Style" panose="02050604050505020204" pitchFamily="18" charset="0"/>
              </a:rPr>
              <a:t>Inference: </a:t>
            </a:r>
            <a:br>
              <a:rPr lang="en-IE" sz="1800" b="0" i="0" u="none" strike="noStrike" dirty="0">
                <a:solidFill>
                  <a:srgbClr val="374151"/>
                </a:solidFill>
                <a:effectLst/>
                <a:latin typeface="Bookman Old Style" panose="02050604050505020204" pitchFamily="18" charset="0"/>
              </a:rPr>
            </a:br>
            <a:br>
              <a:rPr lang="en-IE" sz="1800" b="0" i="0" u="none" strike="noStrike" dirty="0">
                <a:solidFill>
                  <a:srgbClr val="374151"/>
                </a:solidFill>
                <a:effectLst/>
                <a:latin typeface="Bookman Old Style" panose="02050604050505020204" pitchFamily="18" charset="0"/>
              </a:rPr>
            </a:br>
            <a:r>
              <a:rPr lang="en-IE" sz="1800" b="0" i="0" u="none" strike="noStrike" dirty="0">
                <a:solidFill>
                  <a:srgbClr val="374151"/>
                </a:solidFill>
                <a:effectLst/>
                <a:latin typeface="Bookman Old Style" panose="02050604050505020204" pitchFamily="18" charset="0"/>
              </a:rPr>
              <a:t>* </a:t>
            </a:r>
            <a:r>
              <a:rPr lang="en-IE" sz="1800" dirty="0">
                <a:solidFill>
                  <a:srgbClr val="374151"/>
                </a:solidFill>
                <a:latin typeface="Bookman Old Style" panose="02050604050505020204" pitchFamily="18" charset="0"/>
              </a:rPr>
              <a:t>Orders</a:t>
            </a:r>
            <a:r>
              <a:rPr lang="en-IE" sz="1800" b="0" i="0" u="none" strike="noStrike" dirty="0">
                <a:solidFill>
                  <a:srgbClr val="374151"/>
                </a:solidFill>
                <a:effectLst/>
                <a:latin typeface="Bookman Old Style" panose="02050604050505020204" pitchFamily="18" charset="0"/>
              </a:rPr>
              <a:t> showed a positive trend and grew significantly from 2018 (</a:t>
            </a:r>
            <a:r>
              <a:rPr lang="en-IE" sz="1800" dirty="0">
                <a:solidFill>
                  <a:srgbClr val="374151"/>
                </a:solidFill>
                <a:latin typeface="Bookman Old Style" panose="02050604050505020204" pitchFamily="18" charset="0"/>
              </a:rPr>
              <a:t>953</a:t>
            </a:r>
            <a:r>
              <a:rPr lang="en-IE" sz="1800" b="0" i="0" u="none" strike="noStrike" dirty="0">
                <a:solidFill>
                  <a:srgbClr val="374151"/>
                </a:solidFill>
                <a:effectLst/>
                <a:latin typeface="Bookman Old Style" panose="02050604050505020204" pitchFamily="18" charset="0"/>
              </a:rPr>
              <a:t>) to 2019 (</a:t>
            </a:r>
            <a:r>
              <a:rPr lang="en-IE" sz="1800" dirty="0">
                <a:solidFill>
                  <a:srgbClr val="374151"/>
                </a:solidFill>
                <a:latin typeface="Bookman Old Style" panose="02050604050505020204" pitchFamily="18" charset="0"/>
              </a:rPr>
              <a:t>1329</a:t>
            </a:r>
            <a:r>
              <a:rPr lang="en-IE" sz="1800" b="0" i="0" u="none" strike="noStrike" dirty="0">
                <a:solidFill>
                  <a:srgbClr val="374151"/>
                </a:solidFill>
                <a:effectLst/>
                <a:latin typeface="Bookman Old Style" panose="02050604050505020204" pitchFamily="18" charset="0"/>
              </a:rPr>
              <a:t>), suggesting that the business performed well and experienced an increase in customer demand.</a:t>
            </a:r>
            <a:br>
              <a:rPr lang="en-IE" sz="1800" b="0" i="0" u="none" strike="noStrike" dirty="0">
                <a:solidFill>
                  <a:srgbClr val="374151"/>
                </a:solidFill>
                <a:effectLst/>
                <a:latin typeface="Bookman Old Style" panose="02050604050505020204" pitchFamily="18" charset="0"/>
              </a:rPr>
            </a:br>
            <a:br>
              <a:rPr lang="en-IE" sz="1800" b="0" i="0" u="none" strike="noStrike" dirty="0">
                <a:solidFill>
                  <a:srgbClr val="374151"/>
                </a:solidFill>
                <a:effectLst/>
                <a:latin typeface="Bookman Old Style" panose="02050604050505020204" pitchFamily="18" charset="0"/>
              </a:rPr>
            </a:br>
            <a:r>
              <a:rPr lang="en-IE" sz="1800" b="0" i="0" u="none" strike="noStrike" dirty="0">
                <a:solidFill>
                  <a:srgbClr val="374151"/>
                </a:solidFill>
                <a:effectLst/>
                <a:latin typeface="Bookman Old Style" panose="02050604050505020204" pitchFamily="18" charset="0"/>
              </a:rPr>
              <a:t>* However, since we only have sales data until May for 2020 (</a:t>
            </a:r>
            <a:r>
              <a:rPr lang="en-IE" sz="1800" dirty="0">
                <a:solidFill>
                  <a:srgbClr val="374151"/>
                </a:solidFill>
                <a:latin typeface="Bookman Old Style" panose="02050604050505020204" pitchFamily="18" charset="0"/>
              </a:rPr>
              <a:t>465</a:t>
            </a:r>
            <a:r>
              <a:rPr lang="en-IE" sz="1800" b="0" i="0" u="none" strike="noStrike" dirty="0">
                <a:solidFill>
                  <a:srgbClr val="374151"/>
                </a:solidFill>
                <a:effectLst/>
                <a:latin typeface="Bookman Old Style" panose="02050604050505020204" pitchFamily="18" charset="0"/>
              </a:rPr>
              <a:t>), it is difficult to make conclusive statements about the trend in that year.</a:t>
            </a:r>
            <a:br>
              <a:rPr lang="en-IE" sz="1800" b="0" i="0" u="none" strike="noStrike" dirty="0">
                <a:solidFill>
                  <a:srgbClr val="374151"/>
                </a:solidFill>
                <a:effectLst/>
                <a:latin typeface="Söhne"/>
              </a:rPr>
            </a:br>
            <a:endParaRPr lang="en-US" sz="1800" dirty="0"/>
          </a:p>
        </p:txBody>
      </p:sp>
    </p:spTree>
    <p:extLst>
      <p:ext uri="{BB962C8B-B14F-4D97-AF65-F5344CB8AC3E}">
        <p14:creationId xmlns:p14="http://schemas.microsoft.com/office/powerpoint/2010/main" val="891044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416839-57D0-8860-321A-E5C1D7728921}"/>
              </a:ext>
            </a:extLst>
          </p:cNvPr>
          <p:cNvPicPr>
            <a:picLocks noChangeAspect="1"/>
          </p:cNvPicPr>
          <p:nvPr/>
        </p:nvPicPr>
        <p:blipFill>
          <a:blip r:embed="rId2"/>
          <a:stretch>
            <a:fillRect/>
          </a:stretch>
        </p:blipFill>
        <p:spPr>
          <a:xfrm>
            <a:off x="85063" y="1528326"/>
            <a:ext cx="11339750" cy="5220492"/>
          </a:xfrm>
          <a:prstGeom prst="rect">
            <a:avLst/>
          </a:prstGeom>
        </p:spPr>
      </p:pic>
      <p:sp>
        <p:nvSpPr>
          <p:cNvPr id="6" name="Title 1">
            <a:extLst>
              <a:ext uri="{FF2B5EF4-FFF2-40B4-BE49-F238E27FC236}">
                <a16:creationId xmlns:a16="http://schemas.microsoft.com/office/drawing/2014/main" id="{0EF26BD4-4376-6E8F-A736-8AC3329AB3AB}"/>
              </a:ext>
            </a:extLst>
          </p:cNvPr>
          <p:cNvSpPr>
            <a:spLocks noGrp="1"/>
          </p:cNvSpPr>
          <p:nvPr>
            <p:ph type="title"/>
          </p:nvPr>
        </p:nvSpPr>
        <p:spPr>
          <a:xfrm>
            <a:off x="429904" y="109181"/>
            <a:ext cx="10787418" cy="1303361"/>
          </a:xfrm>
        </p:spPr>
        <p:txBody>
          <a:bodyPr>
            <a:noAutofit/>
          </a:bodyPr>
          <a:lstStyle/>
          <a:p>
            <a:r>
              <a:rPr lang="en-US" sz="1400" b="1" dirty="0"/>
              <a:t>Orders by Country</a:t>
            </a:r>
            <a:br>
              <a:rPr lang="en-US" sz="1400" b="1" dirty="0"/>
            </a:br>
            <a:br>
              <a:rPr lang="en-US" sz="1400" dirty="0"/>
            </a:br>
            <a:r>
              <a:rPr lang="en-IE" sz="1400" b="1" i="0" u="none" strike="noStrike" dirty="0">
                <a:solidFill>
                  <a:srgbClr val="374151"/>
                </a:solidFill>
                <a:effectLst/>
                <a:latin typeface="Bookman Old Style" panose="02050604050505020204" pitchFamily="18" charset="0"/>
              </a:rPr>
              <a:t>Inference: </a:t>
            </a:r>
            <a:br>
              <a:rPr lang="en-IE" sz="1400" b="0" i="0" u="none" strike="noStrike" dirty="0">
                <a:solidFill>
                  <a:srgbClr val="374151"/>
                </a:solidFill>
                <a:effectLst/>
                <a:latin typeface="Bookman Old Style" panose="02050604050505020204" pitchFamily="18" charset="0"/>
              </a:rPr>
            </a:br>
            <a:r>
              <a:rPr lang="en-IE" sz="1400" b="0" i="0" u="none" strike="noStrike" dirty="0">
                <a:solidFill>
                  <a:srgbClr val="374151"/>
                </a:solidFill>
                <a:effectLst/>
                <a:latin typeface="Bookman Old Style" panose="02050604050505020204" pitchFamily="18" charset="0"/>
              </a:rPr>
              <a:t>* The orders data by country indicates that the USA (</a:t>
            </a:r>
            <a:r>
              <a:rPr lang="en-US" sz="1400" dirty="0"/>
              <a:t>928</a:t>
            </a:r>
            <a:r>
              <a:rPr lang="en-IE" sz="1400" b="0" i="0" u="none" strike="noStrike" dirty="0">
                <a:solidFill>
                  <a:srgbClr val="374151"/>
                </a:solidFill>
                <a:effectLst/>
                <a:latin typeface="Bookman Old Style" panose="02050604050505020204" pitchFamily="18" charset="0"/>
              </a:rPr>
              <a:t>) has significantly higher orders compared to other countries, suggesting a larger customer base.</a:t>
            </a:r>
            <a:br>
              <a:rPr lang="en-IE" sz="1400" b="0" i="0" u="none" strike="noStrike" dirty="0">
                <a:solidFill>
                  <a:srgbClr val="374151"/>
                </a:solidFill>
                <a:effectLst/>
                <a:latin typeface="Bookman Old Style" panose="02050604050505020204" pitchFamily="18" charset="0"/>
              </a:rPr>
            </a:br>
            <a:r>
              <a:rPr lang="en-IE" sz="1400" b="0" i="0" u="none" strike="noStrike" dirty="0">
                <a:solidFill>
                  <a:srgbClr val="374151"/>
                </a:solidFill>
                <a:effectLst/>
                <a:latin typeface="Bookman Old Style" panose="02050604050505020204" pitchFamily="18" charset="0"/>
              </a:rPr>
              <a:t>* Other countries with many orders include </a:t>
            </a:r>
            <a:r>
              <a:rPr lang="en-US" sz="1400" b="0" i="0" u="none" strike="noStrike" dirty="0">
                <a:solidFill>
                  <a:srgbClr val="374151"/>
                </a:solidFill>
                <a:effectLst/>
                <a:latin typeface="Bookman Old Style" panose="02050604050505020204" pitchFamily="18" charset="0"/>
              </a:rPr>
              <a:t>France 	(314), Australia (185), UK(144),Italy(113) and Finland (92)</a:t>
            </a:r>
            <a:endParaRPr lang="en-US" sz="1400" dirty="0"/>
          </a:p>
        </p:txBody>
      </p:sp>
    </p:spTree>
    <p:extLst>
      <p:ext uri="{BB962C8B-B14F-4D97-AF65-F5344CB8AC3E}">
        <p14:creationId xmlns:p14="http://schemas.microsoft.com/office/powerpoint/2010/main" val="1517671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B1A310-A073-1517-20A4-62E8EF30F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2848" y="436728"/>
            <a:ext cx="6987652" cy="6153783"/>
          </a:xfrm>
          <a:prstGeom prst="rect">
            <a:avLst/>
          </a:prstGeom>
        </p:spPr>
      </p:pic>
      <p:sp>
        <p:nvSpPr>
          <p:cNvPr id="9" name="TextBox 8">
            <a:extLst>
              <a:ext uri="{FF2B5EF4-FFF2-40B4-BE49-F238E27FC236}">
                <a16:creationId xmlns:a16="http://schemas.microsoft.com/office/drawing/2014/main" id="{59E9BC52-F105-B033-96A3-5F6E51FB5BFF}"/>
              </a:ext>
            </a:extLst>
          </p:cNvPr>
          <p:cNvSpPr txBox="1"/>
          <p:nvPr/>
        </p:nvSpPr>
        <p:spPr>
          <a:xfrm>
            <a:off x="161500" y="1786697"/>
            <a:ext cx="4947313" cy="3785652"/>
          </a:xfrm>
          <a:prstGeom prst="rect">
            <a:avLst/>
          </a:prstGeom>
          <a:noFill/>
        </p:spPr>
        <p:txBody>
          <a:bodyPr wrap="square" rtlCol="0">
            <a:spAutoFit/>
          </a:bodyPr>
          <a:lstStyle/>
          <a:p>
            <a:r>
              <a:rPr lang="en-US" sz="2000" b="1" dirty="0">
                <a:latin typeface="Bookman Old Style" panose="02050604050505020204" pitchFamily="18" charset="0"/>
              </a:rPr>
              <a:t>Inference:</a:t>
            </a:r>
          </a:p>
          <a:p>
            <a:br>
              <a:rPr lang="en-IE" sz="2000" dirty="0"/>
            </a:br>
            <a:r>
              <a:rPr lang="en-IE" sz="2000" b="0" i="0" u="none" strike="noStrike" dirty="0">
                <a:solidFill>
                  <a:srgbClr val="374151"/>
                </a:solidFill>
                <a:effectLst/>
                <a:latin typeface="Bookman Old Style" panose="02050604050505020204" pitchFamily="18" charset="0"/>
              </a:rPr>
              <a:t>The graph reveals that Classic Cars and Vintage Cars are the most frequently ordered product lines, followed by Motorcycles, Planes, Trucks &amp; Buses, and Ships. In contrast, Trains had the lowest number of orders. </a:t>
            </a:r>
          </a:p>
          <a:p>
            <a:r>
              <a:rPr lang="en-IE" sz="2000" dirty="0">
                <a:solidFill>
                  <a:srgbClr val="374151"/>
                </a:solidFill>
                <a:latin typeface="Bookman Old Style" panose="02050604050505020204" pitchFamily="18" charset="0"/>
              </a:rPr>
              <a:t>M</a:t>
            </a:r>
            <a:r>
              <a:rPr lang="en-IE" sz="2000" b="0" i="0" u="none" strike="noStrike" dirty="0">
                <a:solidFill>
                  <a:srgbClr val="374151"/>
                </a:solidFill>
                <a:effectLst/>
                <a:latin typeface="Bookman Old Style" panose="02050604050505020204" pitchFamily="18" charset="0"/>
              </a:rPr>
              <a:t>ost orders fell into the medium and small deal size categories for all product lines. </a:t>
            </a:r>
            <a:endParaRPr lang="en-US" sz="2000" dirty="0">
              <a:latin typeface="Bookman Old Style" panose="02050604050505020204" pitchFamily="18" charset="0"/>
            </a:endParaRPr>
          </a:p>
        </p:txBody>
      </p:sp>
      <p:sp>
        <p:nvSpPr>
          <p:cNvPr id="10" name="TextBox 9">
            <a:extLst>
              <a:ext uri="{FF2B5EF4-FFF2-40B4-BE49-F238E27FC236}">
                <a16:creationId xmlns:a16="http://schemas.microsoft.com/office/drawing/2014/main" id="{F25A78F7-1C4A-E6F5-1432-F6112B9235BD}"/>
              </a:ext>
            </a:extLst>
          </p:cNvPr>
          <p:cNvSpPr txBox="1"/>
          <p:nvPr/>
        </p:nvSpPr>
        <p:spPr>
          <a:xfrm>
            <a:off x="95535" y="867426"/>
            <a:ext cx="4473729" cy="369332"/>
          </a:xfrm>
          <a:prstGeom prst="rect">
            <a:avLst/>
          </a:prstGeom>
          <a:noFill/>
        </p:spPr>
        <p:txBody>
          <a:bodyPr wrap="square" rtlCol="0">
            <a:spAutoFit/>
          </a:bodyPr>
          <a:lstStyle/>
          <a:p>
            <a:r>
              <a:rPr lang="en-US" b="1" dirty="0">
                <a:latin typeface="Bookman Old Style" panose="02050604050505020204" pitchFamily="18" charset="0"/>
              </a:rPr>
              <a:t>Sales and Deal size by Product line </a:t>
            </a:r>
          </a:p>
        </p:txBody>
      </p:sp>
    </p:spTree>
    <p:extLst>
      <p:ext uri="{BB962C8B-B14F-4D97-AF65-F5344CB8AC3E}">
        <p14:creationId xmlns:p14="http://schemas.microsoft.com/office/powerpoint/2010/main" val="2652736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1178F7-3855-066C-C702-A367C968AC3F}"/>
              </a:ext>
            </a:extLst>
          </p:cNvPr>
          <p:cNvSpPr txBox="1"/>
          <p:nvPr/>
        </p:nvSpPr>
        <p:spPr>
          <a:xfrm>
            <a:off x="498764" y="789709"/>
            <a:ext cx="11125200" cy="5693866"/>
          </a:xfrm>
          <a:prstGeom prst="rect">
            <a:avLst/>
          </a:prstGeom>
          <a:noFill/>
        </p:spPr>
        <p:txBody>
          <a:bodyPr wrap="square" rtlCol="0">
            <a:spAutoFit/>
          </a:bodyPr>
          <a:lstStyle/>
          <a:p>
            <a:r>
              <a:rPr lang="en-US" sz="2600" b="1" dirty="0"/>
              <a:t>Product Line Analysis:</a:t>
            </a:r>
            <a:endParaRPr lang="en-US" sz="2600" dirty="0"/>
          </a:p>
          <a:p>
            <a:pPr lvl="1"/>
            <a:r>
              <a:rPr lang="en-US" sz="2600" b="1" dirty="0"/>
              <a:t>Classic Cars</a:t>
            </a:r>
            <a:r>
              <a:rPr lang="en-US" sz="2600" dirty="0"/>
              <a:t> and </a:t>
            </a:r>
            <a:r>
              <a:rPr lang="en-US" sz="2600" b="1" dirty="0"/>
              <a:t>Vintage Cars</a:t>
            </a:r>
            <a:r>
              <a:rPr lang="en-US" sz="2600" dirty="0"/>
              <a:t> are the </a:t>
            </a:r>
            <a:r>
              <a:rPr lang="en-US" sz="2600" b="1" dirty="0"/>
              <a:t>most popular</a:t>
            </a:r>
            <a:r>
              <a:rPr lang="en-US" sz="2600" dirty="0"/>
              <a:t> product lines.</a:t>
            </a:r>
          </a:p>
          <a:p>
            <a:pPr lvl="1"/>
            <a:r>
              <a:rPr lang="en-US" sz="2600" b="1" dirty="0"/>
              <a:t>Motorcycles, Planes, and Trucks and Buses</a:t>
            </a:r>
            <a:r>
              <a:rPr lang="en-US" sz="2600" dirty="0"/>
              <a:t> follow closely in popularity.</a:t>
            </a:r>
          </a:p>
          <a:p>
            <a:pPr lvl="1"/>
            <a:r>
              <a:rPr lang="en-US" sz="2600" b="1" dirty="0"/>
              <a:t>Trains</a:t>
            </a:r>
            <a:r>
              <a:rPr lang="en-US" sz="2600" dirty="0"/>
              <a:t> are trailing significantly in popularity and sales volume.</a:t>
            </a:r>
          </a:p>
          <a:p>
            <a:r>
              <a:rPr lang="en-US" sz="2600" b="1" dirty="0"/>
              <a:t>Deal Size Analysis:</a:t>
            </a:r>
            <a:endParaRPr lang="en-US" sz="2600" dirty="0"/>
          </a:p>
          <a:p>
            <a:pPr lvl="1"/>
            <a:r>
              <a:rPr lang="en-US" sz="2600" dirty="0"/>
              <a:t>Most transactions fall into the </a:t>
            </a:r>
            <a:r>
              <a:rPr lang="en-US" sz="2600" b="1" dirty="0"/>
              <a:t>Small</a:t>
            </a:r>
            <a:r>
              <a:rPr lang="en-US" sz="2600" dirty="0"/>
              <a:t> (1,246, or 45.4%) and </a:t>
            </a:r>
            <a:r>
              <a:rPr lang="en-US" sz="2600" b="1" dirty="0"/>
              <a:t>Medium</a:t>
            </a:r>
            <a:r>
              <a:rPr lang="en-US" sz="2600" dirty="0"/>
              <a:t> (1,349, or 49.1%) categories.</a:t>
            </a:r>
          </a:p>
          <a:p>
            <a:pPr lvl="1"/>
            <a:r>
              <a:rPr lang="en-US" sz="2600" dirty="0"/>
              <a:t>This indicates the company primarily engages in </a:t>
            </a:r>
            <a:r>
              <a:rPr lang="en-US" sz="2600" b="1" dirty="0"/>
              <a:t>medium-to-smaller deal sizes</a:t>
            </a:r>
            <a:r>
              <a:rPr lang="en-US" sz="2600" dirty="0"/>
              <a:t>.</a:t>
            </a:r>
          </a:p>
          <a:p>
            <a:r>
              <a:rPr lang="en-US" sz="2600" b="1" dirty="0"/>
              <a:t>Order Status Analysis:</a:t>
            </a:r>
            <a:endParaRPr lang="en-US" sz="2600" dirty="0"/>
          </a:p>
          <a:p>
            <a:pPr lvl="1"/>
            <a:r>
              <a:rPr lang="en-US" sz="2600" dirty="0"/>
              <a:t>The successful delivery rate is high, with </a:t>
            </a:r>
            <a:r>
              <a:rPr lang="en-US" sz="2600" b="1" dirty="0"/>
              <a:t>2,541 delivered orders</a:t>
            </a:r>
            <a:r>
              <a:rPr lang="en-US" sz="2600" dirty="0"/>
              <a:t> (92.5%) out of 2,747 placed.</a:t>
            </a:r>
          </a:p>
          <a:p>
            <a:pPr lvl="1"/>
            <a:r>
              <a:rPr lang="en-US" sz="2600" dirty="0"/>
              <a:t>This demonstrates the company's </a:t>
            </a:r>
            <a:r>
              <a:rPr lang="en-US" sz="2600" b="1" dirty="0"/>
              <a:t>outstanding order fulfillment capabilities</a:t>
            </a:r>
            <a:r>
              <a:rPr lang="en-US" sz="2600" dirty="0"/>
              <a:t> and commitment to prompt delivery.</a:t>
            </a:r>
          </a:p>
        </p:txBody>
      </p:sp>
      <p:sp>
        <p:nvSpPr>
          <p:cNvPr id="5" name="Title 1">
            <a:extLst>
              <a:ext uri="{FF2B5EF4-FFF2-40B4-BE49-F238E27FC236}">
                <a16:creationId xmlns:a16="http://schemas.microsoft.com/office/drawing/2014/main" id="{5A8CCC27-0FB8-6E6E-0462-1E5AAEDD8EE8}"/>
              </a:ext>
            </a:extLst>
          </p:cNvPr>
          <p:cNvSpPr>
            <a:spLocks noGrp="1"/>
          </p:cNvSpPr>
          <p:nvPr>
            <p:ph type="title"/>
          </p:nvPr>
        </p:nvSpPr>
        <p:spPr>
          <a:xfrm>
            <a:off x="838200" y="136478"/>
            <a:ext cx="10515600" cy="736980"/>
          </a:xfrm>
        </p:spPr>
        <p:txBody>
          <a:bodyPr>
            <a:normAutofit/>
          </a:bodyPr>
          <a:lstStyle/>
          <a:p>
            <a:r>
              <a:rPr lang="en-US" sz="3600" b="1" dirty="0"/>
              <a:t>Inferences from Exploratory Analysis (EDA)</a:t>
            </a:r>
          </a:p>
        </p:txBody>
      </p:sp>
    </p:spTree>
    <p:extLst>
      <p:ext uri="{BB962C8B-B14F-4D97-AF65-F5344CB8AC3E}">
        <p14:creationId xmlns:p14="http://schemas.microsoft.com/office/powerpoint/2010/main" val="2758684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252754-05AD-6998-9D73-DC68FE1A6315}"/>
              </a:ext>
            </a:extLst>
          </p:cNvPr>
          <p:cNvSpPr>
            <a:spLocks noGrp="1"/>
          </p:cNvSpPr>
          <p:nvPr>
            <p:ph idx="1"/>
          </p:nvPr>
        </p:nvSpPr>
        <p:spPr>
          <a:xfrm>
            <a:off x="559558" y="1170532"/>
            <a:ext cx="10732827" cy="5114262"/>
          </a:xfrm>
        </p:spPr>
        <p:txBody>
          <a:bodyPr>
            <a:normAutofit fontScale="92500" lnSpcReduction="10000"/>
          </a:bodyPr>
          <a:lstStyle/>
          <a:p>
            <a:r>
              <a:rPr lang="en-US" b="1" dirty="0"/>
              <a:t>Trend of Orders over the Years:</a:t>
            </a:r>
            <a:endParaRPr lang="en-US" dirty="0"/>
          </a:p>
          <a:p>
            <a:pPr lvl="1"/>
            <a:r>
              <a:rPr lang="en-US" dirty="0"/>
              <a:t>Orders showed a </a:t>
            </a:r>
            <a:r>
              <a:rPr lang="en-US" b="1" dirty="0"/>
              <a:t>positive trend and grew significantly from 2018 (953) to 2019 (1,329)</a:t>
            </a:r>
            <a:r>
              <a:rPr lang="en-US" dirty="0"/>
              <a:t>, indicating strong business performance.</a:t>
            </a:r>
          </a:p>
          <a:p>
            <a:pPr lvl="1"/>
            <a:r>
              <a:rPr lang="en-US" dirty="0"/>
              <a:t>Due to having sales data only until May for 2020 (465), it is difficult to make conclusive statements about the full-year trend for 2020.</a:t>
            </a:r>
          </a:p>
          <a:p>
            <a:r>
              <a:rPr lang="en-US" b="1" dirty="0"/>
              <a:t>Orders by Country (Geographic Analysis):</a:t>
            </a:r>
            <a:endParaRPr lang="en-US" dirty="0"/>
          </a:p>
          <a:p>
            <a:pPr lvl="1"/>
            <a:r>
              <a:rPr lang="en-US" dirty="0"/>
              <a:t>The </a:t>
            </a:r>
            <a:r>
              <a:rPr lang="en-US" b="1" dirty="0"/>
              <a:t>USA (928 orders)</a:t>
            </a:r>
            <a:r>
              <a:rPr lang="en-US" dirty="0"/>
              <a:t> has a significantly higher number of orders, suggesting a larger customer base.</a:t>
            </a:r>
          </a:p>
          <a:p>
            <a:pPr lvl="1"/>
            <a:r>
              <a:rPr lang="en-US" dirty="0"/>
              <a:t>Other important markets include </a:t>
            </a:r>
            <a:r>
              <a:rPr lang="en-US" b="1" dirty="0"/>
              <a:t>France (314), Australia (185), UK (144), Italy (113), and Finland (92)</a:t>
            </a:r>
            <a:r>
              <a:rPr lang="en-US" dirty="0"/>
              <a:t>.</a:t>
            </a:r>
          </a:p>
          <a:p>
            <a:r>
              <a:rPr lang="en-US" b="1" dirty="0"/>
              <a:t>Multivariate Analysis (Sales and Deal size by Product line):</a:t>
            </a:r>
            <a:endParaRPr lang="en-US" dirty="0"/>
          </a:p>
          <a:p>
            <a:pPr lvl="1"/>
            <a:r>
              <a:rPr lang="en-US" b="1" dirty="0"/>
              <a:t>Classic Cars</a:t>
            </a:r>
            <a:r>
              <a:rPr lang="en-US" dirty="0"/>
              <a:t> and </a:t>
            </a:r>
            <a:r>
              <a:rPr lang="en-US" b="1" dirty="0"/>
              <a:t>Vintage Cars</a:t>
            </a:r>
            <a:r>
              <a:rPr lang="en-US" dirty="0"/>
              <a:t> are the most frequently ordered product lines.</a:t>
            </a:r>
          </a:p>
          <a:p>
            <a:pPr lvl="1"/>
            <a:r>
              <a:rPr lang="en-US" dirty="0"/>
              <a:t>The majority of orders for </a:t>
            </a:r>
            <a:r>
              <a:rPr lang="en-US" b="1" dirty="0"/>
              <a:t>all product lines</a:t>
            </a:r>
            <a:r>
              <a:rPr lang="en-US" dirty="0"/>
              <a:t> fell into the </a:t>
            </a:r>
            <a:r>
              <a:rPr lang="en-US" b="1" dirty="0"/>
              <a:t>Medium and Small deal size categories</a:t>
            </a:r>
            <a:r>
              <a:rPr lang="en-US" dirty="0"/>
              <a:t>.</a:t>
            </a:r>
          </a:p>
          <a:p>
            <a:endParaRPr lang="en-US" dirty="0"/>
          </a:p>
        </p:txBody>
      </p:sp>
      <p:sp>
        <p:nvSpPr>
          <p:cNvPr id="4" name="Title 1">
            <a:extLst>
              <a:ext uri="{FF2B5EF4-FFF2-40B4-BE49-F238E27FC236}">
                <a16:creationId xmlns:a16="http://schemas.microsoft.com/office/drawing/2014/main" id="{D15FDF33-7E05-7E42-BC4C-E9B0F8F1453E}"/>
              </a:ext>
            </a:extLst>
          </p:cNvPr>
          <p:cNvSpPr>
            <a:spLocks noGrp="1"/>
          </p:cNvSpPr>
          <p:nvPr>
            <p:ph type="title"/>
          </p:nvPr>
        </p:nvSpPr>
        <p:spPr>
          <a:xfrm>
            <a:off x="696035" y="122831"/>
            <a:ext cx="11225284" cy="736980"/>
          </a:xfrm>
        </p:spPr>
        <p:txBody>
          <a:bodyPr>
            <a:noAutofit/>
          </a:bodyPr>
          <a:lstStyle/>
          <a:p>
            <a:r>
              <a:rPr lang="en-US" sz="3600" b="1" dirty="0"/>
              <a:t>Inferences from Exploratory Analysis (EDA) </a:t>
            </a:r>
            <a:r>
              <a:rPr lang="en-US" sz="3600" b="1" dirty="0" err="1"/>
              <a:t>Contd</a:t>
            </a:r>
            <a:r>
              <a:rPr lang="en-US" sz="3600" b="1" dirty="0"/>
              <a:t>…..</a:t>
            </a:r>
          </a:p>
        </p:txBody>
      </p:sp>
    </p:spTree>
    <p:extLst>
      <p:ext uri="{BB962C8B-B14F-4D97-AF65-F5344CB8AC3E}">
        <p14:creationId xmlns:p14="http://schemas.microsoft.com/office/powerpoint/2010/main" val="2258241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85427-8C9C-451E-9829-845CE2804934}"/>
              </a:ext>
            </a:extLst>
          </p:cNvPr>
          <p:cNvSpPr>
            <a:spLocks noGrp="1"/>
          </p:cNvSpPr>
          <p:nvPr>
            <p:ph type="title"/>
          </p:nvPr>
        </p:nvSpPr>
        <p:spPr>
          <a:xfrm>
            <a:off x="477671" y="365125"/>
            <a:ext cx="11348113" cy="876821"/>
          </a:xfrm>
        </p:spPr>
        <p:txBody>
          <a:bodyPr>
            <a:normAutofit/>
          </a:bodyPr>
          <a:lstStyle/>
          <a:p>
            <a:r>
              <a:rPr lang="en-IE" sz="3600" b="1" dirty="0">
                <a:latin typeface="Bookman Old Style" panose="02050604050505020204" pitchFamily="18" charset="0"/>
              </a:rPr>
              <a:t>Customer Segmentation using RFM analysis</a:t>
            </a:r>
            <a:endParaRPr lang="en-US" sz="3600" dirty="0"/>
          </a:p>
        </p:txBody>
      </p:sp>
      <p:sp>
        <p:nvSpPr>
          <p:cNvPr id="3" name="Content Placeholder 2">
            <a:extLst>
              <a:ext uri="{FF2B5EF4-FFF2-40B4-BE49-F238E27FC236}">
                <a16:creationId xmlns:a16="http://schemas.microsoft.com/office/drawing/2014/main" id="{AA6127A8-9177-D178-7B9F-BB84A1C8965A}"/>
              </a:ext>
            </a:extLst>
          </p:cNvPr>
          <p:cNvSpPr>
            <a:spLocks noGrp="1"/>
          </p:cNvSpPr>
          <p:nvPr>
            <p:ph idx="1"/>
          </p:nvPr>
        </p:nvSpPr>
        <p:spPr>
          <a:xfrm>
            <a:off x="477671" y="1382073"/>
            <a:ext cx="10876129" cy="4351338"/>
          </a:xfrm>
        </p:spPr>
        <p:txBody>
          <a:bodyPr>
            <a:normAutofit fontScale="55000" lnSpcReduction="20000"/>
          </a:bodyPr>
          <a:lstStyle/>
          <a:p>
            <a:r>
              <a:rPr lang="en-US" sz="3400" dirty="0"/>
              <a:t>RFM - </a:t>
            </a:r>
            <a:r>
              <a:rPr lang="en-IE" sz="3400" dirty="0"/>
              <a:t>RFM analysis is a customer segmentation technique commonly used in marketing and retail to analyse and categorize customers based on their purchasing behaviour. RFM stands for Recency, Frequency, and Monetary Value, which are three key metrics used to evaluate customer engagement and profitability.</a:t>
            </a:r>
            <a:endParaRPr lang="en-US" sz="3400" dirty="0"/>
          </a:p>
          <a:p>
            <a:r>
              <a:rPr lang="en-US" b="1" dirty="0">
                <a:effectLst/>
              </a:rPr>
              <a:t>Core Parameters and Calculation:</a:t>
            </a:r>
            <a:endParaRPr lang="en-US" dirty="0">
              <a:effectLst/>
            </a:endParaRPr>
          </a:p>
          <a:p>
            <a:pPr lvl="1"/>
            <a:r>
              <a:rPr lang="en-US" b="1" dirty="0">
                <a:effectLst/>
              </a:rPr>
              <a:t>Monetary (M):</a:t>
            </a:r>
            <a:r>
              <a:rPr lang="en-US" dirty="0">
                <a:effectLst/>
              </a:rPr>
              <a:t> Represents the revenue generated by each customer.</a:t>
            </a:r>
          </a:p>
          <a:p>
            <a:pPr lvl="2"/>
            <a:r>
              <a:rPr lang="en-US" b="1" dirty="0">
                <a:effectLst/>
              </a:rPr>
              <a:t>Calculation:</a:t>
            </a:r>
            <a:r>
              <a:rPr lang="en-US" dirty="0">
                <a:effectLst/>
              </a:rPr>
              <a:t> </a:t>
            </a:r>
            <a:r>
              <a:rPr lang="en-US" dirty="0"/>
              <a:t>Price Each × Quantity Ordered</a:t>
            </a:r>
            <a:r>
              <a:rPr lang="en-US" dirty="0">
                <a:effectLst/>
              </a:rPr>
              <a:t>.</a:t>
            </a:r>
          </a:p>
          <a:p>
            <a:pPr lvl="1"/>
            <a:r>
              <a:rPr lang="en-US" b="1" dirty="0">
                <a:effectLst/>
              </a:rPr>
              <a:t>Recency (R):</a:t>
            </a:r>
            <a:r>
              <a:rPr lang="en-US" dirty="0">
                <a:effectLst/>
              </a:rPr>
              <a:t> Measures how recently a customer made a purchase.</a:t>
            </a:r>
          </a:p>
          <a:p>
            <a:pPr lvl="2"/>
            <a:r>
              <a:rPr lang="en-US" b="1" dirty="0">
                <a:effectLst/>
              </a:rPr>
              <a:t>Calculation:</a:t>
            </a:r>
            <a:r>
              <a:rPr lang="en-US" dirty="0">
                <a:effectLst/>
              </a:rPr>
              <a:t> </a:t>
            </a:r>
            <a:r>
              <a:rPr lang="en-US" dirty="0"/>
              <a:t>Fixed Reference Date (01-06-2020) - Order Date</a:t>
            </a:r>
            <a:r>
              <a:rPr lang="en-US" dirty="0">
                <a:effectLst/>
              </a:rPr>
              <a:t>. (A smaller value indicates higher Recency).</a:t>
            </a:r>
          </a:p>
          <a:p>
            <a:pPr lvl="1"/>
            <a:r>
              <a:rPr lang="en-US" b="1" dirty="0">
                <a:effectLst/>
              </a:rPr>
              <a:t>Frequency (F):</a:t>
            </a:r>
            <a:r>
              <a:rPr lang="en-US" dirty="0">
                <a:effectLst/>
              </a:rPr>
              <a:t> Represents how often a customer has made purchases.</a:t>
            </a:r>
          </a:p>
          <a:p>
            <a:pPr lvl="2"/>
            <a:r>
              <a:rPr lang="en-US" b="1" dirty="0">
                <a:effectLst/>
              </a:rPr>
              <a:t>Calculation:</a:t>
            </a:r>
            <a:r>
              <a:rPr lang="en-US" dirty="0">
                <a:effectLst/>
              </a:rPr>
              <a:t> </a:t>
            </a:r>
            <a:r>
              <a:rPr lang="en-US" b="1" dirty="0">
                <a:effectLst/>
              </a:rPr>
              <a:t>Count of Customer Names</a:t>
            </a:r>
            <a:r>
              <a:rPr lang="en-US" dirty="0">
                <a:effectLst/>
              </a:rPr>
              <a:t> (i.e., total number of orders).</a:t>
            </a:r>
          </a:p>
          <a:p>
            <a:r>
              <a:rPr lang="en-US" b="1" dirty="0">
                <a:effectLst/>
              </a:rPr>
              <a:t>Customer Segmentation (Auto-Binning):</a:t>
            </a:r>
            <a:endParaRPr lang="en-US" dirty="0">
              <a:effectLst/>
            </a:endParaRPr>
          </a:p>
          <a:p>
            <a:pPr lvl="1"/>
            <a:r>
              <a:rPr lang="en-US" dirty="0">
                <a:effectLst/>
              </a:rPr>
              <a:t>Customers are grouped into four distinct categories based on their RFM scores:</a:t>
            </a:r>
          </a:p>
          <a:p>
            <a:pPr lvl="2"/>
            <a:r>
              <a:rPr lang="en-US" b="1" dirty="0">
                <a:effectLst/>
              </a:rPr>
              <a:t>High</a:t>
            </a:r>
            <a:endParaRPr lang="en-US" dirty="0">
              <a:effectLst/>
            </a:endParaRPr>
          </a:p>
          <a:p>
            <a:pPr lvl="2"/>
            <a:r>
              <a:rPr lang="en-US" b="1" dirty="0">
                <a:effectLst/>
              </a:rPr>
              <a:t>Moderate</a:t>
            </a:r>
            <a:endParaRPr lang="en-US" dirty="0">
              <a:effectLst/>
            </a:endParaRPr>
          </a:p>
          <a:p>
            <a:pPr lvl="2"/>
            <a:r>
              <a:rPr lang="en-US" b="1" dirty="0">
                <a:effectLst/>
              </a:rPr>
              <a:t>Low</a:t>
            </a:r>
            <a:endParaRPr lang="en-US" dirty="0">
              <a:effectLst/>
            </a:endParaRPr>
          </a:p>
          <a:p>
            <a:pPr lvl="2"/>
            <a:r>
              <a:rPr lang="en-US" b="1" dirty="0">
                <a:effectLst/>
              </a:rPr>
              <a:t>Very Low</a:t>
            </a:r>
            <a:endParaRPr lang="en-US" b="1" dirty="0"/>
          </a:p>
          <a:p>
            <a:r>
              <a:rPr lang="en-IE" sz="3400" dirty="0"/>
              <a:t>These parameters are utilized in RFM analysis to evaluate customer behaviour, identify customer segments, and make data-driven marketing and sales decisions.</a:t>
            </a:r>
          </a:p>
          <a:p>
            <a:pPr lvl="2"/>
            <a:endParaRPr lang="en-US" dirty="0">
              <a:effectLst/>
            </a:endParaRPr>
          </a:p>
          <a:p>
            <a:endParaRPr lang="en-US" sz="1400" dirty="0"/>
          </a:p>
        </p:txBody>
      </p:sp>
    </p:spTree>
    <p:extLst>
      <p:ext uri="{BB962C8B-B14F-4D97-AF65-F5344CB8AC3E}">
        <p14:creationId xmlns:p14="http://schemas.microsoft.com/office/powerpoint/2010/main" val="2733847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BF10B-F5E6-A026-6226-B5E936F8F988}"/>
              </a:ext>
            </a:extLst>
          </p:cNvPr>
          <p:cNvSpPr>
            <a:spLocks noGrp="1"/>
          </p:cNvSpPr>
          <p:nvPr>
            <p:ph type="title"/>
          </p:nvPr>
        </p:nvSpPr>
        <p:spPr>
          <a:xfrm>
            <a:off x="838200" y="365126"/>
            <a:ext cx="10515600" cy="618548"/>
          </a:xfrm>
        </p:spPr>
        <p:txBody>
          <a:bodyPr>
            <a:normAutofit fontScale="90000"/>
          </a:bodyPr>
          <a:lstStyle/>
          <a:p>
            <a:r>
              <a:rPr lang="en-US" dirty="0"/>
              <a:t>KNIME Workflow</a:t>
            </a:r>
          </a:p>
        </p:txBody>
      </p:sp>
      <p:pic>
        <p:nvPicPr>
          <p:cNvPr id="7" name="Picture 6">
            <a:extLst>
              <a:ext uri="{FF2B5EF4-FFF2-40B4-BE49-F238E27FC236}">
                <a16:creationId xmlns:a16="http://schemas.microsoft.com/office/drawing/2014/main" id="{C015E5B2-CFDE-0EBA-DEE9-790C38E31E92}"/>
              </a:ext>
            </a:extLst>
          </p:cNvPr>
          <p:cNvPicPr>
            <a:picLocks noChangeAspect="1"/>
          </p:cNvPicPr>
          <p:nvPr/>
        </p:nvPicPr>
        <p:blipFill>
          <a:blip r:embed="rId2"/>
          <a:stretch>
            <a:fillRect/>
          </a:stretch>
        </p:blipFill>
        <p:spPr>
          <a:xfrm>
            <a:off x="630370" y="1114848"/>
            <a:ext cx="10321647" cy="5337646"/>
          </a:xfrm>
          <a:prstGeom prst="rect">
            <a:avLst/>
          </a:prstGeom>
        </p:spPr>
      </p:pic>
    </p:spTree>
    <p:extLst>
      <p:ext uri="{BB962C8B-B14F-4D97-AF65-F5344CB8AC3E}">
        <p14:creationId xmlns:p14="http://schemas.microsoft.com/office/powerpoint/2010/main" val="1446089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94CDE-7EFE-0FA9-6A2B-74DA9808AD25}"/>
              </a:ext>
            </a:extLst>
          </p:cNvPr>
          <p:cNvSpPr>
            <a:spLocks noGrp="1"/>
          </p:cNvSpPr>
          <p:nvPr>
            <p:ph type="title"/>
          </p:nvPr>
        </p:nvSpPr>
        <p:spPr>
          <a:xfrm>
            <a:off x="285465" y="208177"/>
            <a:ext cx="10515600" cy="747168"/>
          </a:xfrm>
        </p:spPr>
        <p:txBody>
          <a:bodyPr/>
          <a:lstStyle/>
          <a:p>
            <a:r>
              <a:rPr lang="en-US" dirty="0"/>
              <a:t>Output Table</a:t>
            </a:r>
          </a:p>
        </p:txBody>
      </p:sp>
      <p:pic>
        <p:nvPicPr>
          <p:cNvPr id="5" name="Picture 4">
            <a:extLst>
              <a:ext uri="{FF2B5EF4-FFF2-40B4-BE49-F238E27FC236}">
                <a16:creationId xmlns:a16="http://schemas.microsoft.com/office/drawing/2014/main" id="{9680FCD1-5353-DFBC-B4AE-C3DB3D63CA22}"/>
              </a:ext>
            </a:extLst>
          </p:cNvPr>
          <p:cNvPicPr>
            <a:picLocks noChangeAspect="1"/>
          </p:cNvPicPr>
          <p:nvPr/>
        </p:nvPicPr>
        <p:blipFill>
          <a:blip r:embed="rId2"/>
          <a:stretch>
            <a:fillRect/>
          </a:stretch>
        </p:blipFill>
        <p:spPr>
          <a:xfrm>
            <a:off x="285465" y="1044054"/>
            <a:ext cx="11308308" cy="5500047"/>
          </a:xfrm>
          <a:prstGeom prst="rect">
            <a:avLst/>
          </a:prstGeom>
        </p:spPr>
      </p:pic>
    </p:spTree>
    <p:extLst>
      <p:ext uri="{BB962C8B-B14F-4D97-AF65-F5344CB8AC3E}">
        <p14:creationId xmlns:p14="http://schemas.microsoft.com/office/powerpoint/2010/main" val="749233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E1930-71D5-2988-772A-F78010C52CA0}"/>
              </a:ext>
            </a:extLst>
          </p:cNvPr>
          <p:cNvSpPr>
            <a:spLocks noGrp="1"/>
          </p:cNvSpPr>
          <p:nvPr>
            <p:ph type="title"/>
          </p:nvPr>
        </p:nvSpPr>
        <p:spPr>
          <a:xfrm>
            <a:off x="838200" y="365125"/>
            <a:ext cx="10515600" cy="812511"/>
          </a:xfrm>
        </p:spPr>
        <p:txBody>
          <a:bodyPr/>
          <a:lstStyle/>
          <a:p>
            <a:r>
              <a:rPr lang="en-US" dirty="0"/>
              <a:t>Customers at the Risk of Churning</a:t>
            </a:r>
          </a:p>
        </p:txBody>
      </p:sp>
      <p:pic>
        <p:nvPicPr>
          <p:cNvPr id="5" name="Picture 4">
            <a:extLst>
              <a:ext uri="{FF2B5EF4-FFF2-40B4-BE49-F238E27FC236}">
                <a16:creationId xmlns:a16="http://schemas.microsoft.com/office/drawing/2014/main" id="{EDE1CA42-8F19-50BC-A351-4E325CD47809}"/>
              </a:ext>
            </a:extLst>
          </p:cNvPr>
          <p:cNvPicPr>
            <a:picLocks noChangeAspect="1"/>
          </p:cNvPicPr>
          <p:nvPr/>
        </p:nvPicPr>
        <p:blipFill>
          <a:blip r:embed="rId2"/>
          <a:stretch>
            <a:fillRect/>
          </a:stretch>
        </p:blipFill>
        <p:spPr>
          <a:xfrm>
            <a:off x="374602" y="2068516"/>
            <a:ext cx="11442795" cy="3230848"/>
          </a:xfrm>
          <a:prstGeom prst="rect">
            <a:avLst/>
          </a:prstGeom>
        </p:spPr>
      </p:pic>
    </p:spTree>
    <p:extLst>
      <p:ext uri="{BB962C8B-B14F-4D97-AF65-F5344CB8AC3E}">
        <p14:creationId xmlns:p14="http://schemas.microsoft.com/office/powerpoint/2010/main" val="435929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2BD4-9EBF-971A-1B57-45A80A764896}"/>
              </a:ext>
            </a:extLst>
          </p:cNvPr>
          <p:cNvSpPr>
            <a:spLocks noGrp="1"/>
          </p:cNvSpPr>
          <p:nvPr>
            <p:ph type="title"/>
          </p:nvPr>
        </p:nvSpPr>
        <p:spPr>
          <a:xfrm>
            <a:off x="838200" y="365126"/>
            <a:ext cx="10515600" cy="770948"/>
          </a:xfrm>
        </p:spPr>
        <p:txBody>
          <a:bodyPr/>
          <a:lstStyle/>
          <a:p>
            <a:r>
              <a:rPr lang="en-US" dirty="0"/>
              <a:t>Top 10 Lost Customers</a:t>
            </a:r>
          </a:p>
        </p:txBody>
      </p:sp>
      <p:pic>
        <p:nvPicPr>
          <p:cNvPr id="5" name="Picture 4">
            <a:extLst>
              <a:ext uri="{FF2B5EF4-FFF2-40B4-BE49-F238E27FC236}">
                <a16:creationId xmlns:a16="http://schemas.microsoft.com/office/drawing/2014/main" id="{2B1CC18F-11C5-F909-0CA2-D509FDB305C3}"/>
              </a:ext>
            </a:extLst>
          </p:cNvPr>
          <p:cNvPicPr>
            <a:picLocks noChangeAspect="1"/>
          </p:cNvPicPr>
          <p:nvPr/>
        </p:nvPicPr>
        <p:blipFill>
          <a:blip r:embed="rId2"/>
          <a:stretch>
            <a:fillRect/>
          </a:stretch>
        </p:blipFill>
        <p:spPr>
          <a:xfrm>
            <a:off x="713509" y="1496291"/>
            <a:ext cx="10945091" cy="4996584"/>
          </a:xfrm>
          <a:prstGeom prst="rect">
            <a:avLst/>
          </a:prstGeom>
        </p:spPr>
      </p:pic>
    </p:spTree>
    <p:extLst>
      <p:ext uri="{BB962C8B-B14F-4D97-AF65-F5344CB8AC3E}">
        <p14:creationId xmlns:p14="http://schemas.microsoft.com/office/powerpoint/2010/main" val="2753479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EDDB8-D2AF-DF8D-82EF-71C180C63DF8}"/>
              </a:ext>
            </a:extLst>
          </p:cNvPr>
          <p:cNvSpPr>
            <a:spLocks noGrp="1"/>
          </p:cNvSpPr>
          <p:nvPr>
            <p:ph type="title"/>
          </p:nvPr>
        </p:nvSpPr>
        <p:spPr>
          <a:xfrm>
            <a:off x="838200" y="365125"/>
            <a:ext cx="10515600" cy="680893"/>
          </a:xfrm>
        </p:spPr>
        <p:txBody>
          <a:bodyPr>
            <a:normAutofit fontScale="90000"/>
          </a:bodyPr>
          <a:lstStyle/>
          <a:p>
            <a:r>
              <a:rPr lang="en-US" dirty="0"/>
              <a:t>Top 10 Royal Customers</a:t>
            </a:r>
          </a:p>
        </p:txBody>
      </p:sp>
      <p:pic>
        <p:nvPicPr>
          <p:cNvPr id="5" name="Picture 4">
            <a:extLst>
              <a:ext uri="{FF2B5EF4-FFF2-40B4-BE49-F238E27FC236}">
                <a16:creationId xmlns:a16="http://schemas.microsoft.com/office/drawing/2014/main" id="{2FA481E0-8102-7683-1E2C-F5A99B054F92}"/>
              </a:ext>
            </a:extLst>
          </p:cNvPr>
          <p:cNvPicPr>
            <a:picLocks noChangeAspect="1"/>
          </p:cNvPicPr>
          <p:nvPr/>
        </p:nvPicPr>
        <p:blipFill>
          <a:blip r:embed="rId2"/>
          <a:stretch>
            <a:fillRect/>
          </a:stretch>
        </p:blipFill>
        <p:spPr>
          <a:xfrm>
            <a:off x="710457" y="1607127"/>
            <a:ext cx="10996634" cy="4620491"/>
          </a:xfrm>
          <a:prstGeom prst="rect">
            <a:avLst/>
          </a:prstGeom>
        </p:spPr>
      </p:pic>
    </p:spTree>
    <p:extLst>
      <p:ext uri="{BB962C8B-B14F-4D97-AF65-F5344CB8AC3E}">
        <p14:creationId xmlns:p14="http://schemas.microsoft.com/office/powerpoint/2010/main" val="1996848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DDA6-51AB-8A45-4AB0-47809FF502BD}"/>
              </a:ext>
            </a:extLst>
          </p:cNvPr>
          <p:cNvSpPr>
            <a:spLocks noGrp="1"/>
          </p:cNvSpPr>
          <p:nvPr>
            <p:ph type="title"/>
          </p:nvPr>
        </p:nvSpPr>
        <p:spPr>
          <a:xfrm>
            <a:off x="778868" y="171163"/>
            <a:ext cx="10515600" cy="660111"/>
          </a:xfrm>
        </p:spPr>
        <p:txBody>
          <a:bodyPr>
            <a:noAutofit/>
          </a:bodyPr>
          <a:lstStyle/>
          <a:p>
            <a:r>
              <a:rPr lang="en-US" sz="3200" dirty="0"/>
              <a:t>Market Basket Analysis- Frequent Items Association Rules</a:t>
            </a:r>
          </a:p>
        </p:txBody>
      </p:sp>
      <p:pic>
        <p:nvPicPr>
          <p:cNvPr id="5" name="Picture 4">
            <a:extLst>
              <a:ext uri="{FF2B5EF4-FFF2-40B4-BE49-F238E27FC236}">
                <a16:creationId xmlns:a16="http://schemas.microsoft.com/office/drawing/2014/main" id="{D7DF4083-55AC-DB40-6416-8A7295EB7EAF}"/>
              </a:ext>
            </a:extLst>
          </p:cNvPr>
          <p:cNvPicPr>
            <a:picLocks noChangeAspect="1"/>
          </p:cNvPicPr>
          <p:nvPr/>
        </p:nvPicPr>
        <p:blipFill>
          <a:blip r:embed="rId2"/>
          <a:stretch>
            <a:fillRect/>
          </a:stretch>
        </p:blipFill>
        <p:spPr>
          <a:xfrm>
            <a:off x="778868" y="973269"/>
            <a:ext cx="9563550" cy="5599219"/>
          </a:xfrm>
          <a:prstGeom prst="rect">
            <a:avLst/>
          </a:prstGeom>
        </p:spPr>
      </p:pic>
    </p:spTree>
    <p:extLst>
      <p:ext uri="{BB962C8B-B14F-4D97-AF65-F5344CB8AC3E}">
        <p14:creationId xmlns:p14="http://schemas.microsoft.com/office/powerpoint/2010/main" val="3945404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FA5D-C0A7-4EA4-DAB1-3117099A0916}"/>
              </a:ext>
            </a:extLst>
          </p:cNvPr>
          <p:cNvSpPr>
            <a:spLocks noGrp="1"/>
          </p:cNvSpPr>
          <p:nvPr>
            <p:ph type="title"/>
          </p:nvPr>
        </p:nvSpPr>
        <p:spPr>
          <a:xfrm>
            <a:off x="838200" y="138881"/>
            <a:ext cx="10515600" cy="690677"/>
          </a:xfrm>
        </p:spPr>
        <p:txBody>
          <a:bodyPr>
            <a:normAutofit fontScale="90000"/>
          </a:bodyPr>
          <a:lstStyle/>
          <a:p>
            <a:r>
              <a:rPr lang="en-US" b="1" dirty="0"/>
              <a:t>Conclusions</a:t>
            </a:r>
          </a:p>
        </p:txBody>
      </p:sp>
      <p:sp>
        <p:nvSpPr>
          <p:cNvPr id="3" name="Content Placeholder 2">
            <a:extLst>
              <a:ext uri="{FF2B5EF4-FFF2-40B4-BE49-F238E27FC236}">
                <a16:creationId xmlns:a16="http://schemas.microsoft.com/office/drawing/2014/main" id="{409CB581-A691-9AA0-3EF5-E8B6DCEE9230}"/>
              </a:ext>
            </a:extLst>
          </p:cNvPr>
          <p:cNvSpPr>
            <a:spLocks noGrp="1"/>
          </p:cNvSpPr>
          <p:nvPr>
            <p:ph idx="1"/>
          </p:nvPr>
        </p:nvSpPr>
        <p:spPr>
          <a:xfrm>
            <a:off x="414779" y="1008668"/>
            <a:ext cx="11378153" cy="5580668"/>
          </a:xfrm>
        </p:spPr>
        <p:txBody>
          <a:bodyPr>
            <a:normAutofit fontScale="55000" lnSpcReduction="20000"/>
          </a:bodyPr>
          <a:lstStyle/>
          <a:p>
            <a:pPr marL="0" indent="0">
              <a:buNone/>
            </a:pPr>
            <a:r>
              <a:rPr lang="en-US" b="1" dirty="0"/>
              <a:t>Product &amp; Deal Value Dependency</a:t>
            </a:r>
          </a:p>
          <a:p>
            <a:r>
              <a:rPr lang="en-US" dirty="0"/>
              <a:t>Core Products: Classic Cars and Vintage Cars are the two most popular and frequently ordered product lines.</a:t>
            </a:r>
          </a:p>
          <a:p>
            <a:r>
              <a:rPr lang="en-US" dirty="0"/>
              <a:t>Value Gap: The company relies heavily on Small (45.4%) and Medium (49.1%) deal sizes, which together account for over 94% of transactions. This indicates a significant opportunity to increase the value of Large deals (only 5.5% of the total).</a:t>
            </a:r>
          </a:p>
          <a:p>
            <a:pPr marL="0" indent="0">
              <a:buNone/>
            </a:pPr>
            <a:endParaRPr lang="en-US" dirty="0"/>
          </a:p>
          <a:p>
            <a:pPr marL="0" indent="0">
              <a:buNone/>
            </a:pPr>
            <a:r>
              <a:rPr lang="en-US" b="1" dirty="0"/>
              <a:t>Operational Strength &amp; Market Focus</a:t>
            </a:r>
          </a:p>
          <a:p>
            <a:r>
              <a:rPr lang="en-US" dirty="0"/>
              <a:t>Fulfillment Reliability: The company exhibits outstanding order fulfillment capabilities, successfully shipping 92.5% of all 2,747 placed orders.</a:t>
            </a:r>
          </a:p>
          <a:p>
            <a:r>
              <a:rPr lang="en-US" dirty="0"/>
              <a:t>Geographic Concentration: The USA is the largest market, accounting for 928 orders, which is significantly higher than the next leading countries (e.g., France at 314).</a:t>
            </a:r>
          </a:p>
          <a:p>
            <a:r>
              <a:rPr lang="en-US" dirty="0"/>
              <a:t>Order Trend: Orders showed strong, positive growth from 2018 (953) to 2019 (1,329). However, the 2020 trend is inconclusive due to limited data (only 465 orders through May).</a:t>
            </a:r>
          </a:p>
          <a:p>
            <a:endParaRPr lang="en-US" dirty="0"/>
          </a:p>
          <a:p>
            <a:pPr marL="0" indent="0">
              <a:buNone/>
            </a:pPr>
            <a:r>
              <a:rPr lang="en-US" b="1" dirty="0"/>
              <a:t>Customer Segmentation Insights (RFM)</a:t>
            </a:r>
          </a:p>
          <a:p>
            <a:r>
              <a:rPr lang="en-US" dirty="0"/>
              <a:t>The auto-binning RFM analysis successfully segmented customers into value-based groups:</a:t>
            </a:r>
          </a:p>
          <a:p>
            <a:r>
              <a:rPr lang="en-US" dirty="0"/>
              <a:t>Royal Customers: A segment of Top 10 Royal Customers (e.g., Danish Wholesale Imports, Euro Shopping Channel) are identified as being High in Recency, Frequency, and Monetary value, representing the company's most profitable segment.</a:t>
            </a:r>
          </a:p>
          <a:p>
            <a:r>
              <a:rPr lang="en-US" dirty="0"/>
              <a:t>Churn Risk: Specific accounts are categorized as Customers at Risk of Churning (e.g., Amica Models &amp; Co., </a:t>
            </a:r>
            <a:r>
              <a:rPr lang="en-US" dirty="0" err="1"/>
              <a:t>Herkku</a:t>
            </a:r>
            <a:r>
              <a:rPr lang="en-US" dirty="0"/>
              <a:t> Gifts) due to very low Recency (2,000+ days) and Moderate Frequency/Monetary scores, requiring immediate attention.</a:t>
            </a:r>
          </a:p>
          <a:p>
            <a:r>
              <a:rPr lang="en-US" dirty="0"/>
              <a:t>Lost Customers: A group of Top 10 Lost Customers (e.g., Auto Assoc. &amp; Cie.) have been identified as having Very Low scores across all RFM parameters, suggesting minimal resource should be spent on re-engagement.</a:t>
            </a:r>
          </a:p>
          <a:p>
            <a:endParaRPr lang="en-US" dirty="0"/>
          </a:p>
        </p:txBody>
      </p:sp>
    </p:spTree>
    <p:extLst>
      <p:ext uri="{BB962C8B-B14F-4D97-AF65-F5344CB8AC3E}">
        <p14:creationId xmlns:p14="http://schemas.microsoft.com/office/powerpoint/2010/main" val="2551710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70907-0277-5B1D-2C65-37A22D82BDF4}"/>
              </a:ext>
            </a:extLst>
          </p:cNvPr>
          <p:cNvSpPr>
            <a:spLocks noGrp="1"/>
          </p:cNvSpPr>
          <p:nvPr>
            <p:ph type="title"/>
          </p:nvPr>
        </p:nvSpPr>
        <p:spPr>
          <a:xfrm>
            <a:off x="263105" y="-129457"/>
            <a:ext cx="10515600" cy="825321"/>
          </a:xfrm>
        </p:spPr>
        <p:txBody>
          <a:bodyPr/>
          <a:lstStyle/>
          <a:p>
            <a:r>
              <a:rPr lang="en-US" dirty="0"/>
              <a:t>Recommendations</a:t>
            </a:r>
          </a:p>
        </p:txBody>
      </p:sp>
      <p:sp>
        <p:nvSpPr>
          <p:cNvPr id="3" name="Content Placeholder 2">
            <a:extLst>
              <a:ext uri="{FF2B5EF4-FFF2-40B4-BE49-F238E27FC236}">
                <a16:creationId xmlns:a16="http://schemas.microsoft.com/office/drawing/2014/main" id="{75602DCB-BDBB-BB4B-69A6-F65C1C56075B}"/>
              </a:ext>
            </a:extLst>
          </p:cNvPr>
          <p:cNvSpPr>
            <a:spLocks noGrp="1"/>
          </p:cNvSpPr>
          <p:nvPr>
            <p:ph idx="1"/>
          </p:nvPr>
        </p:nvSpPr>
        <p:spPr>
          <a:xfrm>
            <a:off x="427726" y="597949"/>
            <a:ext cx="11336548" cy="5213529"/>
          </a:xfrm>
        </p:spPr>
        <p:txBody>
          <a:bodyPr>
            <a:noAutofit/>
          </a:bodyPr>
          <a:lstStyle/>
          <a:p>
            <a:pPr marL="0" indent="0">
              <a:buNone/>
            </a:pPr>
            <a:r>
              <a:rPr lang="en-US" sz="1800" b="1" dirty="0"/>
              <a:t>1. Strategy for Revenue Growth (Monetary Value)</a:t>
            </a:r>
          </a:p>
          <a:p>
            <a:pPr marL="0" indent="0">
              <a:buNone/>
            </a:pPr>
            <a:r>
              <a:rPr lang="en-US" sz="1800" b="1" dirty="0"/>
              <a:t>Upsell Medium Deals to Large: </a:t>
            </a:r>
          </a:p>
          <a:p>
            <a:pPr marL="0" indent="0">
              <a:buNone/>
            </a:pPr>
            <a:r>
              <a:rPr lang="en-US" sz="1800" b="1" dirty="0"/>
              <a:t>Action</a:t>
            </a:r>
            <a:r>
              <a:rPr lang="en-US" sz="1800" dirty="0"/>
              <a:t>: Implement tiered loyalty or bundling offers that are only accessible when the order value exceeds the threshold for a Large Deal.</a:t>
            </a:r>
          </a:p>
          <a:p>
            <a:pPr marL="0" indent="0">
              <a:buNone/>
            </a:pPr>
            <a:r>
              <a:rPr lang="en-US" sz="1800" b="1" dirty="0"/>
              <a:t>Focus</a:t>
            </a:r>
            <a:r>
              <a:rPr lang="en-US" sz="1800" dirty="0"/>
              <a:t>: Target customers who regularly place Medium orders with curated, high-value packages, especially combining Classic and Vintage Cars with premium accessories.</a:t>
            </a:r>
          </a:p>
          <a:p>
            <a:pPr marL="0" indent="0">
              <a:buNone/>
            </a:pPr>
            <a:r>
              <a:rPr lang="en-US" sz="1800" b="1" dirty="0"/>
              <a:t>2. Cross-Promote Trailing Products:</a:t>
            </a:r>
          </a:p>
          <a:p>
            <a:pPr marL="0" indent="0">
              <a:buNone/>
            </a:pPr>
            <a:r>
              <a:rPr lang="en-US" sz="1800" b="1" dirty="0"/>
              <a:t>Action</a:t>
            </a:r>
            <a:r>
              <a:rPr lang="en-US" sz="1800" dirty="0"/>
              <a:t>: Use the high demand for Classic Cars and Vintage Cars to run targeted cross-sell campaigns for the low-performing Trains product line.</a:t>
            </a:r>
          </a:p>
          <a:p>
            <a:pPr marL="0" indent="0">
              <a:buNone/>
            </a:pPr>
            <a:r>
              <a:rPr lang="en-US" sz="1800" b="1" dirty="0"/>
              <a:t>Offer</a:t>
            </a:r>
            <a:r>
              <a:rPr lang="en-US" sz="1800" dirty="0"/>
              <a:t>: Provide an exclusive discount on a Train model when a customer purchases a new Classic Car or Vintage Car.</a:t>
            </a:r>
          </a:p>
          <a:p>
            <a:pPr marL="0" indent="0">
              <a:buNone/>
            </a:pPr>
            <a:r>
              <a:rPr lang="en-US" sz="1800" b="1" dirty="0"/>
              <a:t>3. Customer Retention Strategies (RFM Segments)</a:t>
            </a:r>
          </a:p>
          <a:p>
            <a:pPr marL="0" indent="0">
              <a:buNone/>
            </a:pPr>
            <a:r>
              <a:rPr lang="en-US" sz="1800" b="1" dirty="0"/>
              <a:t>Reward Royal Customers (High/High/High):</a:t>
            </a:r>
          </a:p>
          <a:p>
            <a:pPr marL="0" indent="0">
              <a:buNone/>
            </a:pPr>
            <a:r>
              <a:rPr lang="en-US" sz="1800" b="1" dirty="0"/>
              <a:t>Action</a:t>
            </a:r>
            <a:r>
              <a:rPr lang="en-US" sz="1800" dirty="0"/>
              <a:t>: Prioritize customer service and rewards over discounts.</a:t>
            </a:r>
          </a:p>
          <a:p>
            <a:pPr marL="0" indent="0">
              <a:buNone/>
            </a:pPr>
            <a:r>
              <a:rPr lang="en-US" sz="1800" b="1" dirty="0"/>
              <a:t>Implementation</a:t>
            </a:r>
            <a:r>
              <a:rPr lang="en-US" sz="1800" dirty="0"/>
              <a:t>: Introduce a premium loyalty tier offering exclusive benefits such as early access to new product launches, dedicated account management, or complimentary premium shipping (leveraging the company’s excellent fulfillment record).</a:t>
            </a:r>
          </a:p>
        </p:txBody>
      </p:sp>
    </p:spTree>
    <p:extLst>
      <p:ext uri="{BB962C8B-B14F-4D97-AF65-F5344CB8AC3E}">
        <p14:creationId xmlns:p14="http://schemas.microsoft.com/office/powerpoint/2010/main" val="1727817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892A5-ED74-6345-9A38-015327EA4329}"/>
              </a:ext>
            </a:extLst>
          </p:cNvPr>
          <p:cNvSpPr>
            <a:spLocks noGrp="1"/>
          </p:cNvSpPr>
          <p:nvPr>
            <p:ph type="title"/>
          </p:nvPr>
        </p:nvSpPr>
        <p:spPr>
          <a:xfrm>
            <a:off x="516147" y="342123"/>
            <a:ext cx="10515600" cy="543524"/>
          </a:xfrm>
        </p:spPr>
        <p:txBody>
          <a:bodyPr>
            <a:normAutofit fontScale="90000"/>
          </a:bodyPr>
          <a:lstStyle/>
          <a:p>
            <a:r>
              <a:rPr lang="en-US" dirty="0"/>
              <a:t>Recommendations </a:t>
            </a:r>
            <a:r>
              <a:rPr lang="en-US" dirty="0" err="1"/>
              <a:t>Contd</a:t>
            </a:r>
            <a:r>
              <a:rPr lang="en-US" dirty="0"/>
              <a:t>……</a:t>
            </a:r>
          </a:p>
        </p:txBody>
      </p:sp>
      <p:sp>
        <p:nvSpPr>
          <p:cNvPr id="3" name="Content Placeholder 2">
            <a:extLst>
              <a:ext uri="{FF2B5EF4-FFF2-40B4-BE49-F238E27FC236}">
                <a16:creationId xmlns:a16="http://schemas.microsoft.com/office/drawing/2014/main" id="{F6045B1A-F9EB-A499-3D1E-66094A01697E}"/>
              </a:ext>
            </a:extLst>
          </p:cNvPr>
          <p:cNvSpPr>
            <a:spLocks noGrp="1"/>
          </p:cNvSpPr>
          <p:nvPr>
            <p:ph idx="1"/>
          </p:nvPr>
        </p:nvSpPr>
        <p:spPr>
          <a:xfrm>
            <a:off x="608162" y="741873"/>
            <a:ext cx="10515600" cy="5906217"/>
          </a:xfrm>
        </p:spPr>
        <p:txBody>
          <a:bodyPr>
            <a:normAutofit fontScale="25000" lnSpcReduction="20000"/>
          </a:bodyPr>
          <a:lstStyle/>
          <a:p>
            <a:endParaRPr lang="en-US" dirty="0"/>
          </a:p>
          <a:p>
            <a:pPr marL="0" indent="0">
              <a:buNone/>
            </a:pPr>
            <a:r>
              <a:rPr lang="en-US" sz="7200" b="1" dirty="0"/>
              <a:t>4. Win-Back At-Risk Customers:</a:t>
            </a:r>
          </a:p>
          <a:p>
            <a:pPr marL="0" indent="0">
              <a:buNone/>
            </a:pPr>
            <a:r>
              <a:rPr lang="en-US" sz="7200" b="1" dirty="0"/>
              <a:t>Action: </a:t>
            </a:r>
            <a:r>
              <a:rPr lang="en-US" sz="7200" dirty="0"/>
              <a:t>Immediately launch personalized email and direct mail campaigns to the Customers at Risk of Churning.</a:t>
            </a:r>
          </a:p>
          <a:p>
            <a:pPr marL="0" indent="0">
              <a:buNone/>
            </a:pPr>
            <a:r>
              <a:rPr lang="en-US" sz="7200" b="1" dirty="0"/>
              <a:t>Message: </a:t>
            </a:r>
            <a:r>
              <a:rPr lang="en-US" sz="7200" dirty="0"/>
              <a:t>Use the company’s 92.5% successful delivery rate as a key selling point in the communication, assuring them of reliable service.</a:t>
            </a:r>
          </a:p>
          <a:p>
            <a:pPr marL="0" indent="0">
              <a:buNone/>
            </a:pPr>
            <a:r>
              <a:rPr lang="en-US" sz="7200" b="1" dirty="0"/>
              <a:t>Offer</a:t>
            </a:r>
            <a:r>
              <a:rPr lang="en-US" sz="7200" dirty="0"/>
              <a:t>: A high-value, time-sensitive incentive (e.g., 20% off their next purchase) to drive immediate Recency.</a:t>
            </a:r>
          </a:p>
          <a:p>
            <a:pPr marL="0" indent="0">
              <a:buNone/>
            </a:pPr>
            <a:endParaRPr lang="en-US" sz="7200" dirty="0"/>
          </a:p>
          <a:p>
            <a:pPr marL="0" indent="0">
              <a:buNone/>
            </a:pPr>
            <a:r>
              <a:rPr lang="en-US" sz="7200" b="1" dirty="0"/>
              <a:t>5. Optimize Lost Customer Spend:</a:t>
            </a:r>
          </a:p>
          <a:p>
            <a:pPr marL="0" indent="0">
              <a:buNone/>
            </a:pPr>
            <a:r>
              <a:rPr lang="en-US" sz="7200" b="1" dirty="0"/>
              <a:t>Action</a:t>
            </a:r>
            <a:r>
              <a:rPr lang="en-US" sz="7200" dirty="0"/>
              <a:t>: Direct the majority of marketing budget away from the Top 10 Lost Customers.</a:t>
            </a:r>
          </a:p>
          <a:p>
            <a:pPr marL="0" indent="0">
              <a:buNone/>
            </a:pPr>
            <a:r>
              <a:rPr lang="en-US" sz="7200" b="1" dirty="0"/>
              <a:t>Implementation</a:t>
            </a:r>
            <a:r>
              <a:rPr lang="en-US" sz="7200" dirty="0"/>
              <a:t>: Limit communication to low-cost, automated annual check-ins, reserving resources for higher-potential segments (Royal and At-Risk).</a:t>
            </a:r>
          </a:p>
          <a:p>
            <a:pPr marL="0" indent="0">
              <a:buNone/>
            </a:pPr>
            <a:endParaRPr lang="en-US" sz="7200" dirty="0"/>
          </a:p>
          <a:p>
            <a:pPr marL="0" indent="0">
              <a:buNone/>
            </a:pPr>
            <a:r>
              <a:rPr lang="en-US" sz="7200" b="1" dirty="0"/>
              <a:t>6. Geographic &amp; Trend Strategy</a:t>
            </a:r>
          </a:p>
          <a:p>
            <a:pPr marL="0" indent="0">
              <a:buNone/>
            </a:pPr>
            <a:r>
              <a:rPr lang="en-US" sz="7200" dirty="0"/>
              <a:t>USA Market Deep Dive:</a:t>
            </a:r>
          </a:p>
          <a:p>
            <a:pPr marL="0" indent="0">
              <a:buNone/>
            </a:pPr>
            <a:r>
              <a:rPr lang="en-US" sz="7200" b="1" dirty="0"/>
              <a:t>Action</a:t>
            </a:r>
            <a:r>
              <a:rPr lang="en-US" sz="7200" dirty="0"/>
              <a:t>: Continue high investment in the USA market to capitalize on the largest customer base. Focus on increasing the Frequency and Monetary value within this market through retargeting and loyalty programs.</a:t>
            </a:r>
          </a:p>
          <a:p>
            <a:pPr marL="0" indent="0">
              <a:buNone/>
            </a:pPr>
            <a:r>
              <a:rPr lang="en-US" sz="7200" b="1" dirty="0"/>
              <a:t>International Growth:</a:t>
            </a:r>
          </a:p>
          <a:p>
            <a:pPr marL="0" indent="0">
              <a:buNone/>
            </a:pPr>
            <a:r>
              <a:rPr lang="en-US" sz="7200" b="1" dirty="0"/>
              <a:t>Action</a:t>
            </a:r>
            <a:r>
              <a:rPr lang="en-US" sz="7200" dirty="0"/>
              <a:t>: Deploy targeted, cost-effective digital marketing campaigns in secondary high-order countries like France, Australia, and the UK. Focus promotional content on the most popular products (Classic and Vintage Cars) tailored to local currency and cultural context.</a:t>
            </a:r>
          </a:p>
          <a:p>
            <a:endParaRPr lang="en-US" dirty="0"/>
          </a:p>
        </p:txBody>
      </p:sp>
    </p:spTree>
    <p:extLst>
      <p:ext uri="{BB962C8B-B14F-4D97-AF65-F5344CB8AC3E}">
        <p14:creationId xmlns:p14="http://schemas.microsoft.com/office/powerpoint/2010/main" val="148386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person praying with his hands together&#10;&#10;AI-generated content may be incorrect.">
            <a:extLst>
              <a:ext uri="{FF2B5EF4-FFF2-40B4-BE49-F238E27FC236}">
                <a16:creationId xmlns:a16="http://schemas.microsoft.com/office/drawing/2014/main" id="{EB57D7DD-3CF8-4B24-78D8-4C22226D2B83}"/>
              </a:ext>
            </a:extLst>
          </p:cNvPr>
          <p:cNvPicPr>
            <a:picLocks noChangeAspect="1"/>
          </p:cNvPicPr>
          <p:nvPr/>
        </p:nvPicPr>
        <p:blipFill>
          <a:blip r:embed="rId2">
            <a:extLst>
              <a:ext uri="{28A0092B-C50C-407E-A947-70E740481C1C}">
                <a14:useLocalDpi xmlns:a14="http://schemas.microsoft.com/office/drawing/2010/main" val="0"/>
              </a:ext>
            </a:extLst>
          </a:blip>
          <a:srcRect r="2" b="17469"/>
          <a:stretch>
            <a:fillRect/>
          </a:stretch>
        </p:blipFill>
        <p:spPr>
          <a:xfrm>
            <a:off x="3882570" y="10"/>
            <a:ext cx="8309429" cy="6857990"/>
          </a:xfrm>
          <a:custGeom>
            <a:avLst/>
            <a:gdLst/>
            <a:ahLst/>
            <a:cxnLst/>
            <a:rect l="l" t="t" r="r" b="b"/>
            <a:pathLst>
              <a:path w="12192000" h="6858000">
                <a:moveTo>
                  <a:pt x="0" y="0"/>
                </a:moveTo>
                <a:lnTo>
                  <a:pt x="12192000" y="0"/>
                </a:lnTo>
                <a:lnTo>
                  <a:pt x="12192000" y="6858000"/>
                </a:lnTo>
                <a:lnTo>
                  <a:pt x="0" y="6858000"/>
                </a:lnTo>
                <a:close/>
              </a:path>
            </a:pathLst>
          </a:custGeom>
        </p:spPr>
      </p:pic>
      <p:grpSp>
        <p:nvGrpSpPr>
          <p:cNvPr id="14" name="Group 13">
            <a:extLst>
              <a:ext uri="{FF2B5EF4-FFF2-40B4-BE49-F238E27FC236}">
                <a16:creationId xmlns:a16="http://schemas.microsoft.com/office/drawing/2014/main" id="{63737881-458F-40AD-B72B-B57D267DC4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sp>
          <p:nvSpPr>
            <p:cNvPr id="15" name="Freeform: Shape 14">
              <a:extLst>
                <a:ext uri="{FF2B5EF4-FFF2-40B4-BE49-F238E27FC236}">
                  <a16:creationId xmlns:a16="http://schemas.microsoft.com/office/drawing/2014/main" id="{C2967126-346F-41EA-982D-63D8EBB60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6" name="Group 15">
              <a:extLst>
                <a:ext uri="{FF2B5EF4-FFF2-40B4-BE49-F238E27FC236}">
                  <a16:creationId xmlns:a16="http://schemas.microsoft.com/office/drawing/2014/main" id="{1BCD9601-1F44-4E40-998C-1B256DAE946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17" name="Group 16">
                <a:extLst>
                  <a:ext uri="{FF2B5EF4-FFF2-40B4-BE49-F238E27FC236}">
                    <a16:creationId xmlns:a16="http://schemas.microsoft.com/office/drawing/2014/main" id="{1A1CA4E9-12FA-47EB-8471-25E8D55152C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21" name="Freeform: Shape 20">
                  <a:extLst>
                    <a:ext uri="{FF2B5EF4-FFF2-40B4-BE49-F238E27FC236}">
                      <a16:creationId xmlns:a16="http://schemas.microsoft.com/office/drawing/2014/main" id="{E13A9BF0-334C-4457-A635-9CA4877E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FF05821A-8598-44E4-A18C-538D5331E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8" name="Group 17">
                <a:extLst>
                  <a:ext uri="{FF2B5EF4-FFF2-40B4-BE49-F238E27FC236}">
                    <a16:creationId xmlns:a16="http://schemas.microsoft.com/office/drawing/2014/main" id="{8A4ECC81-E17F-4F87-9A0B-398363A864A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3">
                  <a:alphaModFix amt="57000"/>
                </a:blip>
                <a:tile tx="0" ty="0" sx="100000" sy="100000" flip="none" algn="tl"/>
              </a:blipFill>
              <a:effectLst/>
            </p:grpSpPr>
            <p:sp>
              <p:nvSpPr>
                <p:cNvPr id="19" name="Freeform: Shape 18">
                  <a:extLst>
                    <a:ext uri="{FF2B5EF4-FFF2-40B4-BE49-F238E27FC236}">
                      <a16:creationId xmlns:a16="http://schemas.microsoft.com/office/drawing/2014/main" id="{1FBBD7D8-A895-40D0-A53D-DEDF495B2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BA602493-BC70-48CF-BDBA-88A866227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Tree>
    <p:extLst>
      <p:ext uri="{BB962C8B-B14F-4D97-AF65-F5344CB8AC3E}">
        <p14:creationId xmlns:p14="http://schemas.microsoft.com/office/powerpoint/2010/main" val="159890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1169</TotalTime>
  <Words>1904</Words>
  <Application>Microsoft Office PowerPoint</Application>
  <PresentationFormat>Widescreen</PresentationFormat>
  <Paragraphs>134</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APPLE CHANCERY</vt:lpstr>
      <vt:lpstr>Aptos</vt:lpstr>
      <vt:lpstr>Aptos Display</vt:lpstr>
      <vt:lpstr>Arial</vt:lpstr>
      <vt:lpstr>Bookman Old Style</vt:lpstr>
      <vt:lpstr>Söhne</vt:lpstr>
      <vt:lpstr>Office Theme</vt:lpstr>
      <vt:lpstr>PowerPoint Presentation</vt:lpstr>
      <vt:lpstr>Problem Statement </vt:lpstr>
      <vt:lpstr>Summary of the data: </vt:lpstr>
      <vt:lpstr>PowerPoint Presentation</vt:lpstr>
      <vt:lpstr>Product Line Analysis</vt:lpstr>
      <vt:lpstr>Deal Size Analysis</vt:lpstr>
      <vt:lpstr>PowerPoint Presentation</vt:lpstr>
      <vt:lpstr>Trend of orders over the Years  Inference:   * Orders showed a positive trend and grew significantly from 2018 (953) to 2019 (1329), suggesting that the business performed well and experienced an increase in customer demand.  * However, since we only have sales data until May for 2020 (465), it is difficult to make conclusive statements about the trend in that year. </vt:lpstr>
      <vt:lpstr>Orders by Country  Inference:  * The orders data by country indicates that the USA (928) has significantly higher orders compared to other countries, suggesting a larger customer base. * Other countries with many orders include France  (314), Australia (185), UK(144),Italy(113) and Finland (92)</vt:lpstr>
      <vt:lpstr>PowerPoint Presentation</vt:lpstr>
      <vt:lpstr>Inferences from Exploratory Analysis (EDA)</vt:lpstr>
      <vt:lpstr>Inferences from Exploratory Analysis (EDA) Contd…..</vt:lpstr>
      <vt:lpstr>Customer Segmentation using RFM analysis</vt:lpstr>
      <vt:lpstr>KNIME Workflow</vt:lpstr>
      <vt:lpstr>Output Table</vt:lpstr>
      <vt:lpstr>Customers at the Risk of Churning</vt:lpstr>
      <vt:lpstr>Top 10 Lost Customers</vt:lpstr>
      <vt:lpstr>Top 10 Royal Customers</vt:lpstr>
      <vt:lpstr>Market Basket Analysis- Frequent Items Association Rules</vt:lpstr>
      <vt:lpstr>Conclusions</vt:lpstr>
      <vt:lpstr>Recommendations</vt:lpstr>
      <vt:lpstr>Recommendations Contd……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Kagwe</dc:creator>
  <cp:lastModifiedBy>James Kagwe</cp:lastModifiedBy>
  <cp:revision>1</cp:revision>
  <dcterms:created xsi:type="dcterms:W3CDTF">2025-11-12T13:48:13Z</dcterms:created>
  <dcterms:modified xsi:type="dcterms:W3CDTF">2025-11-13T09:32:43Z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2e49e27-0df9-4ca0-92de-c4dde59f056d_Enabled">
    <vt:lpwstr>true</vt:lpwstr>
  </property>
  <property fmtid="{D5CDD505-2E9C-101B-9397-08002B2CF9AE}" pid="3" name="MSIP_Label_c2e49e27-0df9-4ca0-92de-c4dde59f056d_SetDate">
    <vt:lpwstr>2025-11-12T13:48:21Z</vt:lpwstr>
  </property>
  <property fmtid="{D5CDD505-2E9C-101B-9397-08002B2CF9AE}" pid="4" name="MSIP_Label_c2e49e27-0df9-4ca0-92de-c4dde59f056d_Method">
    <vt:lpwstr>Standard</vt:lpwstr>
  </property>
  <property fmtid="{D5CDD505-2E9C-101B-9397-08002B2CF9AE}" pid="5" name="MSIP_Label_c2e49e27-0df9-4ca0-92de-c4dde59f056d_Name">
    <vt:lpwstr>General</vt:lpwstr>
  </property>
  <property fmtid="{D5CDD505-2E9C-101B-9397-08002B2CF9AE}" pid="6" name="MSIP_Label_c2e49e27-0df9-4ca0-92de-c4dde59f056d_SiteId">
    <vt:lpwstr>c3c0dc15-bc31-47cc-9b44-2c0385b7be2a</vt:lpwstr>
  </property>
  <property fmtid="{D5CDD505-2E9C-101B-9397-08002B2CF9AE}" pid="7" name="MSIP_Label_c2e49e27-0df9-4ca0-92de-c4dde59f056d_ActionId">
    <vt:lpwstr>0131e703-2e83-453b-8a76-53d9c1ed1f74</vt:lpwstr>
  </property>
  <property fmtid="{D5CDD505-2E9C-101B-9397-08002B2CF9AE}" pid="8" name="MSIP_Label_c2e49e27-0df9-4ca0-92de-c4dde59f056d_ContentBits">
    <vt:lpwstr>0</vt:lpwstr>
  </property>
  <property fmtid="{D5CDD505-2E9C-101B-9397-08002B2CF9AE}" pid="9" name="MSIP_Label_c2e49e27-0df9-4ca0-92de-c4dde59f056d_Tag">
    <vt:lpwstr>10, 3, 0, 1</vt:lpwstr>
  </property>
</Properties>
</file>